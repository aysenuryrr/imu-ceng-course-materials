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34"/>
  </p:notesMasterIdLst>
  <p:handoutMasterIdLst>
    <p:handoutMasterId r:id="rId35"/>
  </p:handoutMasterIdLst>
  <p:sldIdLst>
    <p:sldId id="264" r:id="rId2"/>
    <p:sldId id="261" r:id="rId3"/>
    <p:sldId id="266" r:id="rId4"/>
    <p:sldId id="267" r:id="rId5"/>
    <p:sldId id="268" r:id="rId6"/>
    <p:sldId id="269" r:id="rId7"/>
    <p:sldId id="270" r:id="rId8"/>
    <p:sldId id="272" r:id="rId9"/>
    <p:sldId id="271" r:id="rId10"/>
    <p:sldId id="273"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9" r:id="rId25"/>
    <p:sldId id="288" r:id="rId26"/>
    <p:sldId id="290" r:id="rId27"/>
    <p:sldId id="291" r:id="rId28"/>
    <p:sldId id="292" r:id="rId29"/>
    <p:sldId id="293" r:id="rId30"/>
    <p:sldId id="294" r:id="rId31"/>
    <p:sldId id="295" r:id="rId32"/>
    <p:sldId id="296" r:id="rId33"/>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09" autoAdjust="0"/>
    <p:restoredTop sz="99857" autoAdjust="0"/>
  </p:normalViewPr>
  <p:slideViewPr>
    <p:cSldViewPr>
      <p:cViewPr varScale="1">
        <p:scale>
          <a:sx n="87" d="100"/>
          <a:sy n="87" d="100"/>
        </p:scale>
        <p:origin x="14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dirty="0"/>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11/1/2023</a:t>
            </a:fld>
            <a:endParaRPr lang="en-US" dirty="0"/>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dirty="0"/>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dirty="0"/>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11/1/2023</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28800"/>
            <a:ext cx="7747000" cy="620170"/>
          </a:xfrm>
        </p:spPr>
        <p:txBody>
          <a:bodyPr anchor="ctr"/>
          <a:lstStyle/>
          <a:p>
            <a:r>
              <a:rPr lang="en-US" sz="4700" b="1" dirty="0"/>
              <a:t>Bilgi </a:t>
            </a:r>
            <a:r>
              <a:rPr lang="en-US" sz="4700" b="1" dirty="0" err="1"/>
              <a:t>Teknolojilerinde</a:t>
            </a:r>
            <a:r>
              <a:rPr lang="en-US" sz="4700" b="1" dirty="0"/>
              <a:t> </a:t>
            </a:r>
            <a:r>
              <a:rPr lang="en-US" sz="4700" b="1" dirty="0" err="1"/>
              <a:t>Etik</a:t>
            </a:r>
            <a:endParaRPr lang="en-US" sz="4700" dirty="0"/>
          </a:p>
        </p:txBody>
      </p:sp>
      <p:sp>
        <p:nvSpPr>
          <p:cNvPr id="3" name="Subtitle 2"/>
          <p:cNvSpPr>
            <a:spLocks noGrp="1"/>
          </p:cNvSpPr>
          <p:nvPr>
            <p:ph type="subTitle" idx="1"/>
          </p:nvPr>
        </p:nvSpPr>
        <p:spPr>
          <a:xfrm>
            <a:off x="609600" y="3124200"/>
            <a:ext cx="7747000" cy="1960152"/>
          </a:xfrm>
        </p:spPr>
        <p:txBody>
          <a:bodyPr/>
          <a:lstStyle/>
          <a:p>
            <a:r>
              <a:rPr lang="en-US" sz="3400" dirty="0" err="1"/>
              <a:t>Bölüm</a:t>
            </a:r>
            <a:r>
              <a:rPr lang="en-US" sz="3400" dirty="0"/>
              <a:t> 6
</a:t>
            </a:r>
            <a:r>
              <a:rPr lang="en-US" sz="3400" dirty="0" err="1"/>
              <a:t>Fikri</a:t>
            </a:r>
            <a:r>
              <a:rPr lang="en-US" sz="3400" dirty="0"/>
              <a:t> </a:t>
            </a:r>
            <a:r>
              <a:rPr lang="en-US" sz="3400" dirty="0" err="1"/>
              <a:t>mülkiyet</a:t>
            </a:r>
            <a:endParaRPr lang="en-US" sz="1050" b="1" dirty="0"/>
          </a:p>
          <a:p>
            <a:endParaRPr lang="en-US" sz="1050" b="1" dirty="0"/>
          </a:p>
          <a:p>
            <a:r>
              <a:rPr lang="en-US" sz="2400" b="1" dirty="0">
                <a:solidFill>
                  <a:schemeClr val="accent2"/>
                </a:solidFill>
              </a:rPr>
              <a:t>George W. Reynolds</a:t>
            </a:r>
          </a:p>
        </p:txBody>
      </p:sp>
      <p:sp>
        <p:nvSpPr>
          <p:cNvPr id="4" name="Footer Placeholder 3"/>
          <p:cNvSpPr>
            <a:spLocks noGrp="1"/>
          </p:cNvSpPr>
          <p:nvPr>
            <p:ph type="ftr" sz="quarter" idx="10"/>
          </p:nvPr>
        </p:nvSpPr>
        <p:spPr>
          <a:xfrm>
            <a:off x="1066801" y="6477000"/>
            <a:ext cx="6248400" cy="244535"/>
          </a:xfrm>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46048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131" y="460303"/>
            <a:ext cx="5528860" cy="523220"/>
          </a:xfrm>
        </p:spPr>
        <p:txBody>
          <a:bodyPr/>
          <a:lstStyle/>
          <a:p>
            <a:r>
              <a:rPr lang="en-US" sz="4000" dirty="0" err="1"/>
              <a:t>Öğrenme</a:t>
            </a:r>
            <a:r>
              <a:rPr lang="en-US" sz="4000" dirty="0"/>
              <a:t> </a:t>
            </a:r>
            <a:r>
              <a:rPr lang="en-US" sz="4000" dirty="0" err="1"/>
              <a:t>hedefleri</a:t>
            </a:r>
            <a:endParaRPr lang="en-US" sz="4000" dirty="0"/>
          </a:p>
        </p:txBody>
      </p:sp>
      <p:sp>
        <p:nvSpPr>
          <p:cNvPr id="4" name="Content Placeholder 3"/>
          <p:cNvSpPr>
            <a:spLocks noGrp="1"/>
          </p:cNvSpPr>
          <p:nvPr>
            <p:ph type="body" idx="1"/>
          </p:nvPr>
        </p:nvSpPr>
        <p:spPr>
          <a:xfrm>
            <a:off x="2425131" y="1143000"/>
            <a:ext cx="6337869" cy="2308324"/>
          </a:xfrm>
        </p:spPr>
        <p:txBody>
          <a:bodyPr/>
          <a:lstStyle/>
          <a:p>
            <a:pPr marL="457200" indent="-457200">
              <a:lnSpc>
                <a:spcPct val="100000"/>
              </a:lnSpc>
              <a:buFont typeface="Arial" panose="020B0604020202020204" pitchFamily="34" charset="0"/>
              <a:buChar char="•"/>
            </a:pPr>
            <a:r>
              <a:rPr lang="en-US" sz="2800" dirty="0" err="1">
                <a:solidFill>
                  <a:schemeClr val="tx1"/>
                </a:solidFill>
              </a:rPr>
              <a:t>Fikri</a:t>
            </a:r>
            <a:r>
              <a:rPr lang="en-US" sz="2800" dirty="0">
                <a:solidFill>
                  <a:schemeClr val="tx1"/>
                </a:solidFill>
              </a:rPr>
              <a:t> </a:t>
            </a:r>
            <a:r>
              <a:rPr lang="en-US" sz="2800" dirty="0" err="1">
                <a:solidFill>
                  <a:schemeClr val="tx1"/>
                </a:solidFill>
              </a:rPr>
              <a:t>mülkiyet</a:t>
            </a:r>
            <a:r>
              <a:rPr lang="en-US" sz="2800" dirty="0">
                <a:solidFill>
                  <a:schemeClr val="tx1"/>
                </a:solidFill>
              </a:rPr>
              <a:t> </a:t>
            </a:r>
            <a:r>
              <a:rPr lang="en-US" sz="2800" dirty="0" err="1">
                <a:solidFill>
                  <a:schemeClr val="tx1"/>
                </a:solidFill>
              </a:rPr>
              <a:t>terimi</a:t>
            </a:r>
            <a:r>
              <a:rPr lang="en-US" sz="2800" dirty="0">
                <a:solidFill>
                  <a:schemeClr val="tx1"/>
                </a:solidFill>
              </a:rPr>
              <a:t> </a:t>
            </a:r>
            <a:r>
              <a:rPr lang="en-US" sz="2800" dirty="0" err="1">
                <a:solidFill>
                  <a:schemeClr val="tx1"/>
                </a:solidFill>
              </a:rPr>
              <a:t>neleri</a:t>
            </a:r>
            <a:r>
              <a:rPr lang="en-US" sz="2800" dirty="0">
                <a:solidFill>
                  <a:schemeClr val="tx1"/>
                </a:solidFill>
              </a:rPr>
              <a:t> </a:t>
            </a:r>
            <a:r>
              <a:rPr lang="en-US" sz="2800" dirty="0" err="1">
                <a:solidFill>
                  <a:schemeClr val="tx1"/>
                </a:solidFill>
              </a:rPr>
              <a:t>kapsar</a:t>
            </a:r>
            <a:r>
              <a:rPr lang="en-US" sz="2800" dirty="0">
                <a:solidFill>
                  <a:schemeClr val="tx1"/>
                </a:solidFill>
              </a:rPr>
              <a:t> </a:t>
            </a:r>
            <a:r>
              <a:rPr lang="en-US" sz="2800" dirty="0" err="1">
                <a:solidFill>
                  <a:schemeClr val="tx1"/>
                </a:solidFill>
              </a:rPr>
              <a:t>ve</a:t>
            </a:r>
            <a:r>
              <a:rPr lang="en-US" sz="2800" dirty="0">
                <a:solidFill>
                  <a:schemeClr val="tx1"/>
                </a:solidFill>
              </a:rPr>
              <a:t> </a:t>
            </a:r>
            <a:r>
              <a:rPr lang="en-US" sz="2800" dirty="0" err="1">
                <a:solidFill>
                  <a:schemeClr val="tx1"/>
                </a:solidFill>
              </a:rPr>
              <a:t>kuruluşlar</a:t>
            </a:r>
            <a:r>
              <a:rPr lang="en-US" sz="2800" dirty="0">
                <a:solidFill>
                  <a:schemeClr val="tx1"/>
                </a:solidFill>
              </a:rPr>
              <a:t> </a:t>
            </a:r>
            <a:r>
              <a:rPr lang="en-US" sz="2800" dirty="0" err="1">
                <a:solidFill>
                  <a:schemeClr val="tx1"/>
                </a:solidFill>
              </a:rPr>
              <a:t>fikri</a:t>
            </a:r>
            <a:r>
              <a:rPr lang="en-US" sz="2800" dirty="0">
                <a:solidFill>
                  <a:schemeClr val="tx1"/>
                </a:solidFill>
              </a:rPr>
              <a:t> </a:t>
            </a:r>
            <a:r>
              <a:rPr lang="en-US" sz="2800" dirty="0" err="1">
                <a:solidFill>
                  <a:schemeClr val="tx1"/>
                </a:solidFill>
              </a:rPr>
              <a:t>mülkiyetlerini</a:t>
            </a:r>
            <a:r>
              <a:rPr lang="en-US" sz="2800" dirty="0">
                <a:solidFill>
                  <a:schemeClr val="tx1"/>
                </a:solidFill>
              </a:rPr>
              <a:t> </a:t>
            </a:r>
            <a:r>
              <a:rPr lang="en-US" sz="2800" dirty="0" err="1">
                <a:solidFill>
                  <a:schemeClr val="tx1"/>
                </a:solidFill>
              </a:rPr>
              <a:t>korumak</a:t>
            </a:r>
            <a:r>
              <a:rPr lang="en-US" sz="2800" dirty="0">
                <a:solidFill>
                  <a:schemeClr val="tx1"/>
                </a:solidFill>
              </a:rPr>
              <a:t> için ne </a:t>
            </a:r>
            <a:r>
              <a:rPr lang="en-US" sz="2800" dirty="0" err="1">
                <a:solidFill>
                  <a:schemeClr val="tx1"/>
                </a:solidFill>
              </a:rPr>
              <a:t>gibi</a:t>
            </a:r>
            <a:r>
              <a:rPr lang="en-US" sz="2800" dirty="0">
                <a:solidFill>
                  <a:schemeClr val="tx1"/>
                </a:solidFill>
              </a:rPr>
              <a:t> </a:t>
            </a:r>
            <a:r>
              <a:rPr lang="en-US" sz="2800" dirty="0" err="1">
                <a:solidFill>
                  <a:schemeClr val="tx1"/>
                </a:solidFill>
              </a:rPr>
              <a:t>önlemler</a:t>
            </a:r>
            <a:r>
              <a:rPr lang="en-US" sz="2800" dirty="0">
                <a:solidFill>
                  <a:schemeClr val="tx1"/>
                </a:solidFill>
              </a:rPr>
              <a:t> </a:t>
            </a:r>
            <a:r>
              <a:rPr lang="en-US" sz="2800" dirty="0" err="1">
                <a:solidFill>
                  <a:schemeClr val="tx1"/>
                </a:solidFill>
              </a:rPr>
              <a:t>alabilir</a:t>
            </a:r>
            <a:r>
              <a:rPr lang="en-US" sz="2800" dirty="0">
                <a:solidFill>
                  <a:schemeClr val="tx1"/>
                </a:solidFill>
              </a:rPr>
              <a:t>?
</a:t>
            </a:r>
            <a:r>
              <a:rPr lang="en-US" sz="2800" dirty="0" err="1">
                <a:solidFill>
                  <a:schemeClr val="tx1"/>
                </a:solidFill>
              </a:rPr>
              <a:t>Fikri</a:t>
            </a:r>
            <a:r>
              <a:rPr lang="en-US" sz="2800" dirty="0">
                <a:solidFill>
                  <a:schemeClr val="tx1"/>
                </a:solidFill>
              </a:rPr>
              <a:t> </a:t>
            </a:r>
            <a:r>
              <a:rPr lang="en-US" sz="2800" dirty="0" err="1">
                <a:solidFill>
                  <a:schemeClr val="tx1"/>
                </a:solidFill>
              </a:rPr>
              <a:t>mülkiyetin</a:t>
            </a:r>
            <a:r>
              <a:rPr lang="en-US" sz="2800" dirty="0">
                <a:solidFill>
                  <a:schemeClr val="tx1"/>
                </a:solidFill>
              </a:rPr>
              <a:t> </a:t>
            </a:r>
            <a:r>
              <a:rPr lang="en-US" sz="2800" dirty="0" err="1">
                <a:solidFill>
                  <a:schemeClr val="tx1"/>
                </a:solidFill>
              </a:rPr>
              <a:t>korunmasıyla</a:t>
            </a:r>
            <a:r>
              <a:rPr lang="en-US" sz="2800" dirty="0">
                <a:solidFill>
                  <a:schemeClr val="tx1"/>
                </a:solidFill>
              </a:rPr>
              <a:t> </a:t>
            </a:r>
            <a:r>
              <a:rPr lang="en-US" sz="2800" dirty="0" err="1">
                <a:solidFill>
                  <a:schemeClr val="tx1"/>
                </a:solidFill>
              </a:rPr>
              <a:t>ilgili</a:t>
            </a:r>
            <a:r>
              <a:rPr lang="en-US" sz="2800" dirty="0">
                <a:solidFill>
                  <a:schemeClr val="tx1"/>
                </a:solidFill>
              </a:rPr>
              <a:t> </a:t>
            </a:r>
            <a:r>
              <a:rPr lang="en-US" sz="2800" dirty="0" err="1">
                <a:solidFill>
                  <a:schemeClr val="tx1"/>
                </a:solidFill>
              </a:rPr>
              <a:t>güncel</a:t>
            </a:r>
            <a:r>
              <a:rPr lang="en-US" sz="2800" dirty="0">
                <a:solidFill>
                  <a:schemeClr val="tx1"/>
                </a:solidFill>
              </a:rPr>
              <a:t> </a:t>
            </a:r>
            <a:r>
              <a:rPr lang="en-US" sz="2800" dirty="0" err="1">
                <a:solidFill>
                  <a:schemeClr val="tx1"/>
                </a:solidFill>
              </a:rPr>
              <a:t>konulardan</a:t>
            </a:r>
            <a:r>
              <a:rPr lang="en-US" sz="2800" dirty="0">
                <a:solidFill>
                  <a:schemeClr val="tx1"/>
                </a:solidFill>
              </a:rPr>
              <a:t> </a:t>
            </a:r>
            <a:r>
              <a:rPr lang="en-US" sz="2800" dirty="0" err="1">
                <a:solidFill>
                  <a:schemeClr val="tx1"/>
                </a:solidFill>
              </a:rPr>
              <a:t>bazıları</a:t>
            </a:r>
            <a:r>
              <a:rPr lang="en-US" sz="2800" dirty="0">
                <a:solidFill>
                  <a:schemeClr val="tx1"/>
                </a:solidFill>
              </a:rPr>
              <a:t> </a:t>
            </a:r>
            <a:r>
              <a:rPr lang="en-US" sz="2800" dirty="0" err="1">
                <a:solidFill>
                  <a:schemeClr val="tx1"/>
                </a:solidFill>
              </a:rPr>
              <a:t>nelerdir</a:t>
            </a:r>
            <a:r>
              <a:rPr lang="en-US" sz="2800" dirty="0">
                <a:solidFill>
                  <a:schemeClr val="tx1"/>
                </a:solidFill>
              </a:rPr>
              <a:t>?</a:t>
            </a:r>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82897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118324"/>
          </a:xfrm>
        </p:spPr>
        <p:txBody>
          <a:bodyPr/>
          <a:lstStyle/>
          <a:p>
            <a:pPr>
              <a:spcBef>
                <a:spcPts val="600"/>
              </a:spcBef>
            </a:pPr>
            <a:r>
              <a:rPr lang="en-US" sz="2800" dirty="0" err="1"/>
              <a:t>Fikri</a:t>
            </a:r>
            <a:r>
              <a:rPr lang="en-US" sz="2800" dirty="0"/>
              <a:t> </a:t>
            </a:r>
            <a:r>
              <a:rPr lang="en-US" sz="2800" dirty="0" err="1"/>
              <a:t>mülkiyet</a:t>
            </a:r>
            <a:r>
              <a:rPr lang="en-US" sz="2800" dirty="0"/>
              <a:t>: </a:t>
            </a:r>
            <a:r>
              <a:rPr lang="en-US" sz="2800" dirty="0" err="1"/>
              <a:t>Farklı</a:t>
            </a:r>
            <a:r>
              <a:rPr lang="en-US" sz="2800" dirty="0"/>
              <a:t> </a:t>
            </a:r>
            <a:r>
              <a:rPr lang="en-US" sz="2800" dirty="0" err="1"/>
              <a:t>ve</a:t>
            </a:r>
            <a:r>
              <a:rPr lang="en-US" sz="2800" dirty="0"/>
              <a:t> </a:t>
            </a:r>
            <a:r>
              <a:rPr lang="en-US" sz="2800" dirty="0" err="1"/>
              <a:t>tek</a:t>
            </a:r>
            <a:r>
              <a:rPr lang="en-US" sz="2800" dirty="0"/>
              <a:t> </a:t>
            </a:r>
            <a:r>
              <a:rPr lang="en-US" sz="2800" dirty="0" err="1"/>
              <a:t>bir</a:t>
            </a:r>
            <a:r>
              <a:rPr lang="en-US" sz="2800" dirty="0"/>
              <a:t> </a:t>
            </a:r>
            <a:r>
              <a:rPr lang="en-US" sz="2800" dirty="0" err="1"/>
              <a:t>kişi</a:t>
            </a:r>
            <a:r>
              <a:rPr lang="en-US" sz="2800" dirty="0"/>
              <a:t> </a:t>
            </a:r>
            <a:r>
              <a:rPr lang="en-US" sz="2800" dirty="0" err="1"/>
              <a:t>veya</a:t>
            </a:r>
            <a:r>
              <a:rPr lang="en-US" sz="2800" dirty="0"/>
              <a:t> </a:t>
            </a:r>
            <a:r>
              <a:rPr lang="en-US" sz="2800" dirty="0" err="1"/>
              <a:t>grup</a:t>
            </a:r>
            <a:r>
              <a:rPr lang="en-US" sz="2800" dirty="0"/>
              <a:t> </a:t>
            </a:r>
            <a:r>
              <a:rPr lang="en-US" sz="2800" dirty="0" err="1"/>
              <a:t>tarafından</a:t>
            </a:r>
            <a:r>
              <a:rPr lang="en-US" sz="2800" dirty="0"/>
              <a:t> </a:t>
            </a:r>
            <a:r>
              <a:rPr lang="en-US" sz="2800" dirty="0" err="1"/>
              <a:t>sahip</a:t>
            </a:r>
            <a:r>
              <a:rPr lang="en-US" sz="2800" dirty="0"/>
              <a:t> </a:t>
            </a:r>
            <a:r>
              <a:rPr lang="en-US" sz="2800" dirty="0" err="1"/>
              <a:t>olunan</a:t>
            </a:r>
            <a:r>
              <a:rPr lang="en-US" sz="2800" dirty="0"/>
              <a:t> </a:t>
            </a:r>
            <a:r>
              <a:rPr lang="en-US" sz="2800" dirty="0" err="1"/>
              <a:t>veya</a:t>
            </a:r>
            <a:r>
              <a:rPr lang="en-US" sz="2800" dirty="0"/>
              <a:t> </a:t>
            </a:r>
            <a:r>
              <a:rPr lang="en-US" sz="2800" dirty="0" err="1"/>
              <a:t>yaratılan</a:t>
            </a:r>
            <a:r>
              <a:rPr lang="en-US" sz="2800" dirty="0"/>
              <a:t> </a:t>
            </a:r>
            <a:r>
              <a:rPr lang="en-US" sz="2800" dirty="0" err="1"/>
              <a:t>zihin</a:t>
            </a:r>
            <a:r>
              <a:rPr lang="en-US" sz="2800" dirty="0"/>
              <a:t> </a:t>
            </a:r>
            <a:r>
              <a:rPr lang="en-US" sz="2800" dirty="0" err="1"/>
              <a:t>çalışmalarını</a:t>
            </a:r>
            <a:r>
              <a:rPr lang="en-US" sz="2800" dirty="0"/>
              <a:t> </a:t>
            </a:r>
            <a:r>
              <a:rPr lang="en-US" sz="2800" dirty="0" err="1"/>
              <a:t>tanımlar</a:t>
            </a:r>
            <a:r>
              <a:rPr lang="en-US" sz="2800" dirty="0"/>
              <a:t>
Sanat </a:t>
            </a:r>
            <a:r>
              <a:rPr lang="en-US" sz="2800" dirty="0" err="1"/>
              <a:t>ve</a:t>
            </a:r>
            <a:r>
              <a:rPr lang="en-US" sz="2800" dirty="0"/>
              <a:t> </a:t>
            </a:r>
            <a:r>
              <a:rPr lang="en-US" sz="2800" dirty="0" err="1"/>
              <a:t>müzik</a:t>
            </a:r>
            <a:r>
              <a:rPr lang="en-US" sz="2800" dirty="0"/>
              <a:t>
</a:t>
            </a:r>
            <a:r>
              <a:rPr lang="en-US" sz="2800" dirty="0" err="1"/>
              <a:t>Kitaplar</a:t>
            </a:r>
            <a:r>
              <a:rPr lang="en-US" sz="2800" dirty="0"/>
              <a:t> </a:t>
            </a:r>
            <a:r>
              <a:rPr lang="en-US" sz="2800" dirty="0" err="1"/>
              <a:t>ve</a:t>
            </a:r>
            <a:r>
              <a:rPr lang="en-US" sz="2800" dirty="0"/>
              <a:t> </a:t>
            </a:r>
            <a:r>
              <a:rPr lang="en-US" sz="2800" dirty="0" err="1"/>
              <a:t>filmler</a:t>
            </a:r>
            <a:r>
              <a:rPr lang="en-US" sz="2800" dirty="0"/>
              <a:t>
</a:t>
            </a:r>
            <a:r>
              <a:rPr lang="en-US" sz="2800" dirty="0" err="1"/>
              <a:t>Formüller</a:t>
            </a:r>
            <a:r>
              <a:rPr lang="en-US" sz="2800" dirty="0"/>
              <a:t>, </a:t>
            </a:r>
            <a:r>
              <a:rPr lang="en-US" sz="2800" dirty="0" err="1"/>
              <a:t>icatlar</a:t>
            </a:r>
            <a:r>
              <a:rPr lang="en-US" sz="2800" dirty="0"/>
              <a:t> </a:t>
            </a:r>
            <a:r>
              <a:rPr lang="en-US" sz="2800" dirty="0" err="1"/>
              <a:t>ve</a:t>
            </a:r>
            <a:r>
              <a:rPr lang="en-US" sz="2800" dirty="0"/>
              <a:t> </a:t>
            </a:r>
            <a:r>
              <a:rPr lang="en-US" sz="2800" dirty="0" err="1"/>
              <a:t>süreçler</a:t>
            </a:r>
            <a:r>
              <a:rPr lang="en-US" sz="2800" dirty="0"/>
              <a:t>
</a:t>
            </a:r>
            <a:r>
              <a:rPr lang="en-US" sz="2800" dirty="0" err="1"/>
              <a:t>Fikri</a:t>
            </a:r>
            <a:r>
              <a:rPr lang="en-US" sz="2800" dirty="0"/>
              <a:t> </a:t>
            </a:r>
            <a:r>
              <a:rPr lang="en-US" sz="2800" dirty="0" err="1"/>
              <a:t>mülkiyet</a:t>
            </a:r>
            <a:r>
              <a:rPr lang="en-US" sz="2800" dirty="0"/>
              <a:t> </a:t>
            </a:r>
            <a:r>
              <a:rPr lang="en-US" sz="2800" dirty="0" err="1"/>
              <a:t>şu</a:t>
            </a:r>
            <a:r>
              <a:rPr lang="en-US" sz="2800" dirty="0"/>
              <a:t> </a:t>
            </a:r>
            <a:r>
              <a:rPr lang="en-US" sz="2800" dirty="0" err="1"/>
              <a:t>yollarla</a:t>
            </a:r>
            <a:r>
              <a:rPr lang="en-US" sz="2800" dirty="0"/>
              <a:t> </a:t>
            </a:r>
            <a:r>
              <a:rPr lang="en-US" sz="2800" dirty="0" err="1"/>
              <a:t>korunmaktadır</a:t>
            </a:r>
            <a:r>
              <a:rPr lang="en-US" sz="2800" dirty="0"/>
              <a:t>:
</a:t>
            </a:r>
            <a:r>
              <a:rPr lang="en-US" sz="2800" dirty="0" err="1"/>
              <a:t>Telif</a:t>
            </a:r>
            <a:r>
              <a:rPr lang="en-US" sz="2800" dirty="0"/>
              <a:t> </a:t>
            </a:r>
            <a:r>
              <a:rPr lang="en-US" sz="2800" dirty="0" err="1"/>
              <a:t>hakkı</a:t>
            </a:r>
            <a:r>
              <a:rPr lang="en-US" sz="2800" dirty="0"/>
              <a:t>
Patent
</a:t>
            </a:r>
            <a:r>
              <a:rPr lang="en-US" sz="2800" dirty="0" err="1"/>
              <a:t>Ticari</a:t>
            </a:r>
            <a:r>
              <a:rPr lang="en-US" sz="2800" dirty="0"/>
              <a:t> </a:t>
            </a:r>
            <a:r>
              <a:rPr lang="en-US" sz="2800" dirty="0" err="1"/>
              <a:t>sır</a:t>
            </a:r>
            <a:r>
              <a:rPr lang="en-US" sz="2800" dirty="0"/>
              <a:t> </a:t>
            </a:r>
            <a:r>
              <a:rPr lang="en-US" sz="2800" dirty="0" err="1"/>
              <a:t>yasaları</a:t>
            </a:r>
            <a:r>
              <a:rPr lang="en-US" sz="2800" dirty="0"/>
              <a:t>
</a:t>
            </a:r>
            <a:r>
              <a:rPr lang="en-US" sz="2800" dirty="0" err="1"/>
              <a:t>Sahipler</a:t>
            </a:r>
            <a:r>
              <a:rPr lang="en-US" sz="2800" dirty="0"/>
              <a:t>, </a:t>
            </a:r>
            <a:r>
              <a:rPr lang="en-US" sz="2800" dirty="0" err="1"/>
              <a:t>fikri</a:t>
            </a:r>
            <a:r>
              <a:rPr lang="en-US" sz="2800" dirty="0"/>
              <a:t> </a:t>
            </a:r>
            <a:r>
              <a:rPr lang="en-US" sz="2800" dirty="0" err="1"/>
              <a:t>mülkiyetlerinin</a:t>
            </a:r>
            <a:r>
              <a:rPr lang="en-US" sz="2800" dirty="0"/>
              <a:t> </a:t>
            </a:r>
            <a:r>
              <a:rPr lang="en-US" sz="2800" dirty="0" err="1"/>
              <a:t>kullanımını</a:t>
            </a:r>
            <a:r>
              <a:rPr lang="en-US" sz="2800" dirty="0"/>
              <a:t> </a:t>
            </a:r>
            <a:r>
              <a:rPr lang="en-US" sz="2800" dirty="0" err="1"/>
              <a:t>kontrol</a:t>
            </a:r>
            <a:r>
              <a:rPr lang="en-US" sz="2800" dirty="0"/>
              <a:t> </a:t>
            </a:r>
            <a:r>
              <a:rPr lang="en-US" sz="2800" dirty="0" err="1"/>
              <a:t>eder</a:t>
            </a:r>
            <a:r>
              <a:rPr lang="en-US" sz="2800" dirty="0"/>
              <a:t> </a:t>
            </a:r>
            <a:r>
              <a:rPr lang="en-US" sz="2800" dirty="0" err="1"/>
              <a:t>ve</a:t>
            </a:r>
            <a:r>
              <a:rPr lang="en-US" sz="2800" dirty="0"/>
              <a:t> </a:t>
            </a:r>
            <a:r>
              <a:rPr lang="en-US" sz="2800" dirty="0" err="1"/>
              <a:t>tazminat</a:t>
            </a:r>
            <a:r>
              <a:rPr lang="en-US" sz="2800" dirty="0"/>
              <a:t> </a:t>
            </a:r>
            <a:r>
              <a:rPr lang="en-US" sz="2800" dirty="0" err="1"/>
              <a:t>alır</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err="1"/>
              <a:t>Fikri</a:t>
            </a:r>
            <a:r>
              <a:rPr lang="en-US" sz="4000" dirty="0"/>
              <a:t> </a:t>
            </a:r>
            <a:r>
              <a:rPr lang="en-US" sz="4000" dirty="0" err="1"/>
              <a:t>Mülkiyet</a:t>
            </a:r>
            <a:r>
              <a:rPr lang="en-US" sz="4000" dirty="0"/>
              <a:t> </a:t>
            </a:r>
            <a:r>
              <a:rPr lang="en-US" sz="4000" dirty="0" err="1"/>
              <a:t>Nedir</a:t>
            </a:r>
            <a:r>
              <a:rPr lang="en-US" sz="4000" dirty="0"/>
              <a:t>?</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27971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044458"/>
          </a:xfrm>
        </p:spPr>
        <p:txBody>
          <a:bodyPr/>
          <a:lstStyle/>
          <a:p>
            <a:pPr>
              <a:spcBef>
                <a:spcPts val="600"/>
              </a:spcBef>
            </a:pPr>
            <a:r>
              <a:rPr lang="en-US" sz="2700" dirty="0" err="1"/>
              <a:t>Telif</a:t>
            </a:r>
            <a:r>
              <a:rPr lang="en-US" sz="2700" dirty="0"/>
              <a:t> </a:t>
            </a:r>
            <a:r>
              <a:rPr lang="en-US" sz="2700" dirty="0" err="1"/>
              <a:t>hakkı</a:t>
            </a:r>
            <a:r>
              <a:rPr lang="en-US" sz="2700" dirty="0"/>
              <a:t>: </a:t>
            </a:r>
            <a:r>
              <a:rPr lang="en-US" sz="2700" dirty="0" err="1"/>
              <a:t>Orijinal</a:t>
            </a:r>
            <a:r>
              <a:rPr lang="en-US" sz="2700" dirty="0"/>
              <a:t> </a:t>
            </a:r>
            <a:r>
              <a:rPr lang="en-US" sz="2700" dirty="0" err="1"/>
              <a:t>bir</a:t>
            </a:r>
            <a:r>
              <a:rPr lang="en-US" sz="2700" dirty="0"/>
              <a:t> </a:t>
            </a:r>
            <a:r>
              <a:rPr lang="en-US" sz="2700" dirty="0" err="1"/>
              <a:t>eseri</a:t>
            </a:r>
            <a:r>
              <a:rPr lang="en-US" sz="2700" dirty="0"/>
              <a:t> </a:t>
            </a:r>
            <a:r>
              <a:rPr lang="en-US" sz="2700" dirty="0" err="1"/>
              <a:t>kopya</a:t>
            </a:r>
            <a:r>
              <a:rPr lang="en-US" sz="2700" dirty="0"/>
              <a:t> </a:t>
            </a:r>
            <a:r>
              <a:rPr lang="en-US" sz="2700" dirty="0" err="1"/>
              <a:t>halinde</a:t>
            </a:r>
            <a:r>
              <a:rPr lang="en-US" sz="2700" dirty="0"/>
              <a:t> </a:t>
            </a:r>
            <a:r>
              <a:rPr lang="en-US" sz="2700" dirty="0" err="1"/>
              <a:t>dağıtmak</a:t>
            </a:r>
            <a:r>
              <a:rPr lang="en-US" sz="2700" dirty="0"/>
              <a:t>, </a:t>
            </a:r>
            <a:r>
              <a:rPr lang="en-US" sz="2700" dirty="0" err="1"/>
              <a:t>sergilemek</a:t>
            </a:r>
            <a:r>
              <a:rPr lang="en-US" sz="2700" dirty="0"/>
              <a:t>, </a:t>
            </a:r>
            <a:r>
              <a:rPr lang="en-US" sz="2700" dirty="0" err="1"/>
              <a:t>icra</a:t>
            </a:r>
            <a:r>
              <a:rPr lang="en-US" sz="2700" dirty="0"/>
              <a:t> </a:t>
            </a:r>
            <a:r>
              <a:rPr lang="en-US" sz="2700" dirty="0" err="1"/>
              <a:t>etmek</a:t>
            </a:r>
            <a:r>
              <a:rPr lang="en-US" sz="2700" dirty="0"/>
              <a:t> </a:t>
            </a:r>
            <a:r>
              <a:rPr lang="en-US" sz="2700" dirty="0" err="1"/>
              <a:t>veya</a:t>
            </a:r>
            <a:r>
              <a:rPr lang="en-US" sz="2700" dirty="0"/>
              <a:t> </a:t>
            </a:r>
            <a:r>
              <a:rPr lang="en-US" sz="2700" dirty="0" err="1"/>
              <a:t>çoğaltmak</a:t>
            </a:r>
            <a:r>
              <a:rPr lang="en-US" sz="2700" dirty="0"/>
              <a:t> </a:t>
            </a:r>
            <a:r>
              <a:rPr lang="en-US" sz="2700" dirty="0" err="1"/>
              <a:t>veya</a:t>
            </a:r>
            <a:r>
              <a:rPr lang="en-US" sz="2700" dirty="0"/>
              <a:t> </a:t>
            </a:r>
            <a:r>
              <a:rPr lang="en-US" sz="2700" dirty="0" err="1"/>
              <a:t>esere</a:t>
            </a:r>
            <a:r>
              <a:rPr lang="en-US" sz="2700" dirty="0"/>
              <a:t> </a:t>
            </a:r>
            <a:r>
              <a:rPr lang="en-US" sz="2700" dirty="0" err="1"/>
              <a:t>dayalı</a:t>
            </a:r>
            <a:r>
              <a:rPr lang="en-US" sz="2700" dirty="0"/>
              <a:t> </a:t>
            </a:r>
            <a:r>
              <a:rPr lang="en-US" sz="2700" dirty="0" err="1"/>
              <a:t>türev</a:t>
            </a:r>
            <a:r>
              <a:rPr lang="en-US" sz="2700" dirty="0"/>
              <a:t> </a:t>
            </a:r>
            <a:r>
              <a:rPr lang="en-US" sz="2700" dirty="0" err="1"/>
              <a:t>çalışmalar</a:t>
            </a:r>
            <a:r>
              <a:rPr lang="en-US" sz="2700" dirty="0"/>
              <a:t> </a:t>
            </a:r>
            <a:r>
              <a:rPr lang="en-US" sz="2700" dirty="0" err="1"/>
              <a:t>hazırlamak</a:t>
            </a:r>
            <a:r>
              <a:rPr lang="en-US" sz="2700" dirty="0"/>
              <a:t> için </a:t>
            </a:r>
            <a:r>
              <a:rPr lang="en-US" sz="2700" dirty="0" err="1"/>
              <a:t>münhasır</a:t>
            </a:r>
            <a:r>
              <a:rPr lang="en-US" sz="2700" dirty="0"/>
              <a:t> </a:t>
            </a:r>
            <a:r>
              <a:rPr lang="en-US" sz="2700" dirty="0" err="1"/>
              <a:t>hak</a:t>
            </a:r>
            <a:r>
              <a:rPr lang="en-US" sz="2700" dirty="0"/>
              <a:t>
</a:t>
            </a:r>
            <a:r>
              <a:rPr lang="en-US" sz="2700" dirty="0" err="1"/>
              <a:t>Telif</a:t>
            </a:r>
            <a:r>
              <a:rPr lang="en-US" sz="2700" dirty="0"/>
              <a:t> </a:t>
            </a:r>
            <a:r>
              <a:rPr lang="en-US" sz="2700" dirty="0" err="1"/>
              <a:t>hakkı</a:t>
            </a:r>
            <a:r>
              <a:rPr lang="en-US" sz="2700" dirty="0"/>
              <a:t> </a:t>
            </a:r>
            <a:r>
              <a:rPr lang="en-US" sz="2700" dirty="0" err="1"/>
              <a:t>ihlali</a:t>
            </a:r>
            <a:r>
              <a:rPr lang="en-US" sz="2700" dirty="0"/>
              <a:t>: </a:t>
            </a:r>
            <a:r>
              <a:rPr lang="en-US" sz="2700" dirty="0" err="1"/>
              <a:t>Telif</a:t>
            </a:r>
            <a:r>
              <a:rPr lang="en-US" sz="2700" dirty="0"/>
              <a:t> </a:t>
            </a:r>
            <a:r>
              <a:rPr lang="en-US" sz="2700" dirty="0" err="1"/>
              <a:t>hakkı</a:t>
            </a:r>
            <a:r>
              <a:rPr lang="en-US" sz="2700" dirty="0"/>
              <a:t> </a:t>
            </a:r>
            <a:r>
              <a:rPr lang="en-US" sz="2700" dirty="0" err="1"/>
              <a:t>sahibi</a:t>
            </a:r>
            <a:r>
              <a:rPr lang="en-US" sz="2700" dirty="0"/>
              <a:t> </a:t>
            </a:r>
            <a:r>
              <a:rPr lang="en-US" sz="2700" dirty="0" err="1"/>
              <a:t>tarafından</a:t>
            </a:r>
            <a:r>
              <a:rPr lang="en-US" sz="2700" dirty="0"/>
              <a:t> </a:t>
            </a:r>
            <a:r>
              <a:rPr lang="en-US" sz="2700" dirty="0" err="1"/>
              <a:t>güvence</a:t>
            </a:r>
            <a:r>
              <a:rPr lang="en-US" sz="2700" dirty="0"/>
              <a:t> </a:t>
            </a:r>
            <a:r>
              <a:rPr lang="en-US" sz="2700" dirty="0" err="1"/>
              <a:t>altına</a:t>
            </a:r>
            <a:r>
              <a:rPr lang="en-US" sz="2700" dirty="0"/>
              <a:t> </a:t>
            </a:r>
            <a:r>
              <a:rPr lang="en-US" sz="2700" dirty="0" err="1"/>
              <a:t>alınan</a:t>
            </a:r>
            <a:r>
              <a:rPr lang="en-US" sz="2700" dirty="0"/>
              <a:t> </a:t>
            </a:r>
            <a:r>
              <a:rPr lang="en-US" sz="2700" dirty="0" err="1"/>
              <a:t>hakların</a:t>
            </a:r>
            <a:r>
              <a:rPr lang="en-US" sz="2700" dirty="0"/>
              <a:t> </a:t>
            </a:r>
            <a:r>
              <a:rPr lang="en-US" sz="2700" dirty="0" err="1"/>
              <a:t>ihlali</a:t>
            </a:r>
            <a:r>
              <a:rPr lang="en-US" sz="2700" dirty="0"/>
              <a:t>
</a:t>
            </a:r>
            <a:r>
              <a:rPr lang="en-US" sz="2700" dirty="0" err="1"/>
              <a:t>Telif</a:t>
            </a:r>
            <a:r>
              <a:rPr lang="en-US" sz="2700" dirty="0"/>
              <a:t> </a:t>
            </a:r>
            <a:r>
              <a:rPr lang="en-US" sz="2700" dirty="0" err="1"/>
              <a:t>hakkı</a:t>
            </a:r>
            <a:r>
              <a:rPr lang="en-US" sz="2700" dirty="0"/>
              <a:t> </a:t>
            </a:r>
            <a:r>
              <a:rPr lang="en-US" sz="2700" dirty="0" err="1"/>
              <a:t>yasası</a:t>
            </a:r>
            <a:r>
              <a:rPr lang="en-US" sz="2700" dirty="0"/>
              <a:t>, </a:t>
            </a:r>
            <a:r>
              <a:rPr lang="en-US" sz="2700" dirty="0" err="1"/>
              <a:t>geliştiricilere</a:t>
            </a:r>
            <a:r>
              <a:rPr lang="en-US" sz="2700" dirty="0"/>
              <a:t> </a:t>
            </a:r>
            <a:r>
              <a:rPr lang="en-US" sz="2700" dirty="0" err="1"/>
              <a:t>eserlerinin</a:t>
            </a:r>
            <a:r>
              <a:rPr lang="en-US" sz="2700" dirty="0"/>
              <a:t> </a:t>
            </a:r>
            <a:r>
              <a:rPr lang="en-US" sz="2700" dirty="0" err="1"/>
              <a:t>haklarını</a:t>
            </a:r>
            <a:r>
              <a:rPr lang="en-US" sz="2700" dirty="0"/>
              <a:t> </a:t>
            </a:r>
            <a:r>
              <a:rPr lang="en-US" sz="2700" dirty="0" err="1"/>
              <a:t>belirli</a:t>
            </a:r>
            <a:r>
              <a:rPr lang="en-US" sz="2700" dirty="0"/>
              <a:t> </a:t>
            </a:r>
            <a:r>
              <a:rPr lang="en-US" sz="2700" dirty="0" err="1"/>
              <a:t>bir</a:t>
            </a:r>
            <a:r>
              <a:rPr lang="en-US" sz="2700" dirty="0"/>
              <a:t> </a:t>
            </a:r>
            <a:r>
              <a:rPr lang="en-US" sz="2700" dirty="0" err="1"/>
              <a:t>süre</a:t>
            </a:r>
            <a:r>
              <a:rPr lang="en-US" sz="2700" dirty="0"/>
              <a:t> için </a:t>
            </a:r>
            <a:r>
              <a:rPr lang="en-US" sz="2700" dirty="0" err="1"/>
              <a:t>garanti</a:t>
            </a:r>
            <a:r>
              <a:rPr lang="en-US" sz="2700" dirty="0"/>
              <a:t> </a:t>
            </a:r>
            <a:r>
              <a:rPr lang="en-US" sz="2700" dirty="0" err="1"/>
              <a:t>eder</a:t>
            </a:r>
            <a:r>
              <a:rPr lang="en-US" sz="2700" dirty="0"/>
              <a:t>.
1960 </a:t>
            </a:r>
            <a:r>
              <a:rPr lang="en-US" sz="2700" dirty="0" err="1"/>
              <a:t>yılından</a:t>
            </a:r>
            <a:r>
              <a:rPr lang="en-US" sz="2700" dirty="0"/>
              <a:t> </a:t>
            </a:r>
            <a:r>
              <a:rPr lang="en-US" sz="2700" dirty="0" err="1"/>
              <a:t>bu</a:t>
            </a:r>
            <a:r>
              <a:rPr lang="en-US" sz="2700" dirty="0"/>
              <a:t> </a:t>
            </a:r>
            <a:r>
              <a:rPr lang="en-US" sz="2700" dirty="0" err="1"/>
              <a:t>yana</a:t>
            </a:r>
            <a:r>
              <a:rPr lang="en-US" sz="2700" dirty="0"/>
              <a:t>, </a:t>
            </a:r>
            <a:r>
              <a:rPr lang="en-US" sz="2700" dirty="0" err="1"/>
              <a:t>telif</a:t>
            </a:r>
            <a:r>
              <a:rPr lang="en-US" sz="2700" dirty="0"/>
              <a:t> </a:t>
            </a:r>
            <a:r>
              <a:rPr lang="en-US" sz="2700" dirty="0" err="1"/>
              <a:t>hakkı</a:t>
            </a:r>
            <a:r>
              <a:rPr lang="en-US" sz="2700" dirty="0"/>
              <a:t> </a:t>
            </a:r>
            <a:r>
              <a:rPr lang="en-US" sz="2700" dirty="0" err="1"/>
              <a:t>süresi</a:t>
            </a:r>
            <a:r>
              <a:rPr lang="en-US" sz="2700" dirty="0"/>
              <a:t> 11 </a:t>
            </a:r>
            <a:r>
              <a:rPr lang="en-US" sz="2700" dirty="0" err="1"/>
              <a:t>kez</a:t>
            </a:r>
            <a:r>
              <a:rPr lang="en-US" sz="2700" dirty="0"/>
              <a:t> </a:t>
            </a:r>
            <a:r>
              <a:rPr lang="en-US" sz="2700" dirty="0" err="1"/>
              <a:t>uzatıldı</a:t>
            </a:r>
            <a:r>
              <a:rPr lang="en-US" sz="2700" dirty="0"/>
              <a:t>; Yeni </a:t>
            </a:r>
            <a:r>
              <a:rPr lang="en-US" sz="2700" dirty="0" err="1"/>
              <a:t>eserler</a:t>
            </a:r>
            <a:r>
              <a:rPr lang="en-US" sz="2700" dirty="0"/>
              <a:t> </a:t>
            </a:r>
            <a:r>
              <a:rPr lang="en-US" sz="2700" dirty="0" err="1"/>
              <a:t>yazarın</a:t>
            </a:r>
            <a:r>
              <a:rPr lang="en-US" sz="2700" dirty="0"/>
              <a:t> </a:t>
            </a:r>
            <a:r>
              <a:rPr lang="en-US" sz="2700" dirty="0" err="1"/>
              <a:t>ömrü</a:t>
            </a:r>
            <a:r>
              <a:rPr lang="en-US" sz="2700" dirty="0"/>
              <a:t> </a:t>
            </a:r>
            <a:r>
              <a:rPr lang="en-US" sz="2700" dirty="0" err="1"/>
              <a:t>artı</a:t>
            </a:r>
            <a:r>
              <a:rPr lang="en-US" sz="2700" dirty="0"/>
              <a:t> 70 </a:t>
            </a:r>
            <a:r>
              <a:rPr lang="en-US" sz="2700" dirty="0" err="1"/>
              <a:t>yıl</a:t>
            </a:r>
            <a:r>
              <a:rPr lang="en-US" sz="2700" dirty="0"/>
              <a:t> </a:t>
            </a:r>
            <a:r>
              <a:rPr lang="en-US" sz="2700" dirty="0" err="1"/>
              <a:t>boyunca</a:t>
            </a:r>
            <a:r>
              <a:rPr lang="en-US" sz="2700" dirty="0"/>
              <a:t> </a:t>
            </a:r>
            <a:r>
              <a:rPr lang="en-US" sz="2700" dirty="0" err="1"/>
              <a:t>korunur</a:t>
            </a:r>
            <a:r>
              <a:rPr lang="en-US" sz="2700" dirty="0"/>
              <a:t>.
</a:t>
            </a:r>
            <a:r>
              <a:rPr lang="en-US" sz="2700" dirty="0" err="1"/>
              <a:t>Uygunluk</a:t>
            </a:r>
            <a:r>
              <a:rPr lang="en-US" sz="2700" dirty="0"/>
              <a:t> </a:t>
            </a:r>
            <a:r>
              <a:rPr lang="en-US" sz="2700" dirty="0" err="1"/>
              <a:t>kriterleri</a:t>
            </a:r>
            <a:r>
              <a:rPr lang="en-US" sz="2700" dirty="0"/>
              <a:t>: </a:t>
            </a:r>
            <a:r>
              <a:rPr lang="en-US" sz="2700" dirty="0" err="1"/>
              <a:t>Çalışma</a:t>
            </a:r>
            <a:r>
              <a:rPr lang="en-US" sz="2700" dirty="0"/>
              <a:t> </a:t>
            </a:r>
            <a:r>
              <a:rPr lang="en-US" sz="2700" dirty="0" err="1"/>
              <a:t>orijinal</a:t>
            </a:r>
            <a:r>
              <a:rPr lang="en-US" sz="2700" dirty="0"/>
              <a:t> </a:t>
            </a:r>
            <a:r>
              <a:rPr lang="en-US" sz="2700" dirty="0" err="1"/>
              <a:t>olmalı</a:t>
            </a:r>
            <a:r>
              <a:rPr lang="en-US" sz="2700" dirty="0"/>
              <a:t> </a:t>
            </a:r>
            <a:r>
              <a:rPr lang="en-US" sz="2700" dirty="0" err="1"/>
              <a:t>ve</a:t>
            </a:r>
            <a:r>
              <a:rPr lang="en-US" sz="2700" dirty="0"/>
              <a:t> ABD </a:t>
            </a:r>
            <a:r>
              <a:rPr lang="en-US" sz="2700" dirty="0" err="1"/>
              <a:t>Yasası'nın</a:t>
            </a:r>
            <a:r>
              <a:rPr lang="en-US" sz="2700" dirty="0"/>
              <a:t> 17. </a:t>
            </a:r>
            <a:r>
              <a:rPr lang="en-US" sz="2700" dirty="0" err="1"/>
              <a:t>maddesinde</a:t>
            </a:r>
            <a:r>
              <a:rPr lang="en-US" sz="2700" dirty="0"/>
              <a:t> </a:t>
            </a:r>
            <a:r>
              <a:rPr lang="en-US" sz="2700" dirty="0" err="1"/>
              <a:t>açıklanan</a:t>
            </a:r>
            <a:r>
              <a:rPr lang="en-US" sz="2700" dirty="0"/>
              <a:t> </a:t>
            </a:r>
            <a:r>
              <a:rPr lang="en-US" sz="2700" dirty="0" err="1"/>
              <a:t>kategorilerden</a:t>
            </a:r>
            <a:r>
              <a:rPr lang="en-US" sz="2700" dirty="0"/>
              <a:t> </a:t>
            </a:r>
            <a:r>
              <a:rPr lang="en-US" sz="2700" dirty="0" err="1"/>
              <a:t>birine</a:t>
            </a:r>
            <a:r>
              <a:rPr lang="en-US" sz="2700" dirty="0"/>
              <a:t> </a:t>
            </a:r>
            <a:r>
              <a:rPr lang="en-US" sz="2700" dirty="0" err="1"/>
              <a:t>girmelidir</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err="1"/>
              <a:t>Telif</a:t>
            </a:r>
            <a:r>
              <a:rPr lang="en-US" sz="4000" dirty="0"/>
              <a:t> </a:t>
            </a:r>
            <a:r>
              <a:rPr lang="en-US" sz="4000" dirty="0" err="1"/>
              <a:t>Hakkı</a:t>
            </a:r>
            <a:r>
              <a:rPr lang="en-US" sz="4000" dirty="0"/>
              <a:t>, </a:t>
            </a:r>
            <a:r>
              <a:rPr lang="en-US" sz="4000" dirty="0" err="1"/>
              <a:t>Bölüm</a:t>
            </a:r>
            <a:r>
              <a:rPr lang="en-US" sz="4000" dirty="0"/>
              <a: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86435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4936736"/>
          </a:xfrm>
        </p:spPr>
        <p:txBody>
          <a:bodyPr/>
          <a:lstStyle/>
          <a:p>
            <a:r>
              <a:rPr lang="en-US" sz="2400" dirty="0"/>
              <a:t>Adil </a:t>
            </a:r>
            <a:r>
              <a:rPr lang="en-US" sz="2400" dirty="0" err="1"/>
              <a:t>kullanım</a:t>
            </a:r>
            <a:r>
              <a:rPr lang="en-US" sz="2400" dirty="0"/>
              <a:t> </a:t>
            </a:r>
            <a:r>
              <a:rPr lang="en-US" sz="2400" dirty="0" err="1"/>
              <a:t>doktrini</a:t>
            </a:r>
            <a:r>
              <a:rPr lang="en-US" sz="2400" dirty="0"/>
              <a:t>: </a:t>
            </a:r>
            <a:r>
              <a:rPr lang="en-US" sz="2400" dirty="0" err="1"/>
              <a:t>Telif</a:t>
            </a:r>
            <a:r>
              <a:rPr lang="en-US" sz="2400" dirty="0"/>
              <a:t> </a:t>
            </a:r>
            <a:r>
              <a:rPr lang="en-US" sz="2400" dirty="0" err="1"/>
              <a:t>hakkıyla</a:t>
            </a:r>
            <a:r>
              <a:rPr lang="en-US" sz="2400" dirty="0"/>
              <a:t> </a:t>
            </a:r>
            <a:r>
              <a:rPr lang="en-US" sz="2400" dirty="0" err="1"/>
              <a:t>korunan</a:t>
            </a:r>
            <a:r>
              <a:rPr lang="en-US" sz="2400" dirty="0"/>
              <a:t> </a:t>
            </a:r>
            <a:r>
              <a:rPr lang="en-US" sz="2400" dirty="0" err="1"/>
              <a:t>materyallerin</a:t>
            </a:r>
            <a:r>
              <a:rPr lang="en-US" sz="2400" dirty="0"/>
              <a:t> </a:t>
            </a:r>
            <a:r>
              <a:rPr lang="en-US" sz="2400" dirty="0" err="1"/>
              <a:t>bazı</a:t>
            </a:r>
            <a:r>
              <a:rPr lang="en-US" sz="2400" dirty="0"/>
              <a:t> </a:t>
            </a:r>
            <a:r>
              <a:rPr lang="en-US" sz="2400" dirty="0" err="1"/>
              <a:t>bölümlerinin</a:t>
            </a:r>
            <a:r>
              <a:rPr lang="en-US" sz="2400" dirty="0"/>
              <a:t> </a:t>
            </a:r>
            <a:r>
              <a:rPr lang="en-US" sz="2400" dirty="0" err="1"/>
              <a:t>izinsiz</a:t>
            </a:r>
            <a:r>
              <a:rPr lang="en-US" sz="2400" dirty="0"/>
              <a:t> </a:t>
            </a:r>
            <a:r>
              <a:rPr lang="en-US" sz="2400" dirty="0" err="1"/>
              <a:t>kullanılmasına</a:t>
            </a:r>
            <a:r>
              <a:rPr lang="en-US" sz="2400" dirty="0"/>
              <a:t> </a:t>
            </a:r>
            <a:r>
              <a:rPr lang="en-US" sz="2400" dirty="0" err="1"/>
              <a:t>izin</a:t>
            </a:r>
            <a:r>
              <a:rPr lang="en-US" sz="2400" dirty="0"/>
              <a:t> </a:t>
            </a:r>
            <a:r>
              <a:rPr lang="en-US" sz="2400" dirty="0" err="1"/>
              <a:t>verir</a:t>
            </a:r>
            <a:r>
              <a:rPr lang="en-US" sz="2400" dirty="0"/>
              <a:t>
Adil </a:t>
            </a:r>
            <a:r>
              <a:rPr lang="en-US" sz="2400" dirty="0" err="1"/>
              <a:t>kullanımla</a:t>
            </a:r>
            <a:r>
              <a:rPr lang="en-US" sz="2400" dirty="0"/>
              <a:t> </a:t>
            </a:r>
            <a:r>
              <a:rPr lang="en-US" sz="2400" dirty="0" err="1"/>
              <a:t>ilgili</a:t>
            </a:r>
            <a:r>
              <a:rPr lang="en-US" sz="2400" dirty="0"/>
              <a:t> </a:t>
            </a:r>
            <a:r>
              <a:rPr lang="en-US" sz="2400" dirty="0" err="1"/>
              <a:t>mahkeme</a:t>
            </a:r>
            <a:r>
              <a:rPr lang="en-US" sz="2400" dirty="0"/>
              <a:t> </a:t>
            </a:r>
            <a:r>
              <a:rPr lang="en-US" sz="2400" dirty="0" err="1"/>
              <a:t>kararları</a:t>
            </a:r>
            <a:r>
              <a:rPr lang="en-US" sz="2400" dirty="0"/>
              <a:t> </a:t>
            </a:r>
            <a:r>
              <a:rPr lang="en-US" sz="2400" dirty="0" err="1"/>
              <a:t>dört</a:t>
            </a:r>
            <a:r>
              <a:rPr lang="en-US" sz="2400" dirty="0"/>
              <a:t> </a:t>
            </a:r>
            <a:r>
              <a:rPr lang="en-US" sz="2400" dirty="0" err="1"/>
              <a:t>faktöre</a:t>
            </a:r>
            <a:r>
              <a:rPr lang="en-US" sz="2400" dirty="0"/>
              <a:t> </a:t>
            </a:r>
            <a:r>
              <a:rPr lang="en-US" sz="2400" dirty="0" err="1"/>
              <a:t>dayanmaktadır</a:t>
            </a:r>
            <a:r>
              <a:rPr lang="en-US" sz="2400" dirty="0"/>
              <a:t>: 
</a:t>
            </a:r>
            <a:r>
              <a:rPr lang="en-US" sz="2400" dirty="0" err="1"/>
              <a:t>Kullanımın</a:t>
            </a:r>
            <a:r>
              <a:rPr lang="en-US" sz="2400" dirty="0"/>
              <a:t> </a:t>
            </a:r>
            <a:r>
              <a:rPr lang="en-US" sz="2400" dirty="0" err="1"/>
              <a:t>amacı</a:t>
            </a:r>
            <a:r>
              <a:rPr lang="en-US" sz="2400" dirty="0"/>
              <a:t> </a:t>
            </a:r>
            <a:r>
              <a:rPr lang="en-US" sz="2400" dirty="0" err="1"/>
              <a:t>ve</a:t>
            </a:r>
            <a:r>
              <a:rPr lang="en-US" sz="2400" dirty="0"/>
              <a:t> </a:t>
            </a:r>
            <a:r>
              <a:rPr lang="en-US" sz="2400" dirty="0" err="1"/>
              <a:t>niteliği</a:t>
            </a:r>
            <a:r>
              <a:rPr lang="en-US" sz="2400" dirty="0"/>
              <a:t>
</a:t>
            </a:r>
            <a:r>
              <a:rPr lang="en-US" sz="2400" dirty="0" err="1"/>
              <a:t>Telif</a:t>
            </a:r>
            <a:r>
              <a:rPr lang="en-US" sz="2400" dirty="0"/>
              <a:t> </a:t>
            </a:r>
            <a:r>
              <a:rPr lang="en-US" sz="2400" dirty="0" err="1"/>
              <a:t>hakkıyla</a:t>
            </a:r>
            <a:r>
              <a:rPr lang="en-US" sz="2400" dirty="0"/>
              <a:t> </a:t>
            </a:r>
            <a:r>
              <a:rPr lang="en-US" sz="2400" dirty="0" err="1"/>
              <a:t>korunan</a:t>
            </a:r>
            <a:r>
              <a:rPr lang="en-US" sz="2400" dirty="0"/>
              <a:t> </a:t>
            </a:r>
            <a:r>
              <a:rPr lang="en-US" sz="2400" dirty="0" err="1"/>
              <a:t>eserin</a:t>
            </a:r>
            <a:r>
              <a:rPr lang="en-US" sz="2400" dirty="0"/>
              <a:t> </a:t>
            </a:r>
            <a:r>
              <a:rPr lang="en-US" sz="2400" dirty="0" err="1"/>
              <a:t>niteliği</a:t>
            </a:r>
            <a:r>
              <a:rPr lang="en-US" sz="2400" dirty="0"/>
              <a:t>
</a:t>
            </a:r>
            <a:r>
              <a:rPr lang="en-US" sz="2400" dirty="0" err="1"/>
              <a:t>Çalışmanın</a:t>
            </a:r>
            <a:r>
              <a:rPr lang="en-US" sz="2400" dirty="0"/>
              <a:t> </a:t>
            </a:r>
            <a:r>
              <a:rPr lang="en-US" sz="2400" dirty="0" err="1"/>
              <a:t>bütünle</a:t>
            </a:r>
            <a:r>
              <a:rPr lang="en-US" sz="2400" dirty="0"/>
              <a:t> </a:t>
            </a:r>
            <a:r>
              <a:rPr lang="en-US" sz="2400" dirty="0" err="1"/>
              <a:t>ilgili</a:t>
            </a:r>
            <a:r>
              <a:rPr lang="en-US" sz="2400" dirty="0"/>
              <a:t> </a:t>
            </a:r>
            <a:r>
              <a:rPr lang="en-US" sz="2400" dirty="0" err="1"/>
              <a:t>olarak</a:t>
            </a:r>
            <a:r>
              <a:rPr lang="en-US" sz="2400" dirty="0"/>
              <a:t> </a:t>
            </a:r>
            <a:r>
              <a:rPr lang="en-US" sz="2400" dirty="0" err="1"/>
              <a:t>kullanılan</a:t>
            </a:r>
            <a:r>
              <a:rPr lang="en-US" sz="2400" dirty="0"/>
              <a:t> </a:t>
            </a:r>
            <a:r>
              <a:rPr lang="en-US" sz="2400" dirty="0" err="1"/>
              <a:t>kısmı</a:t>
            </a:r>
            <a:r>
              <a:rPr lang="en-US" sz="2400" dirty="0"/>
              <a:t>
</a:t>
            </a:r>
            <a:r>
              <a:rPr lang="en-US" sz="2400" dirty="0" err="1"/>
              <a:t>Kullanımın</a:t>
            </a:r>
            <a:r>
              <a:rPr lang="en-US" sz="2400" dirty="0"/>
              <a:t> </a:t>
            </a:r>
            <a:r>
              <a:rPr lang="en-US" sz="2400" dirty="0" err="1"/>
              <a:t>telif</a:t>
            </a:r>
            <a:r>
              <a:rPr lang="en-US" sz="2400" dirty="0"/>
              <a:t> </a:t>
            </a:r>
            <a:r>
              <a:rPr lang="en-US" sz="2400" dirty="0" err="1"/>
              <a:t>hakkıyla</a:t>
            </a:r>
            <a:r>
              <a:rPr lang="en-US" sz="2400" dirty="0"/>
              <a:t> </a:t>
            </a:r>
            <a:r>
              <a:rPr lang="en-US" sz="2400" dirty="0" err="1"/>
              <a:t>korunan</a:t>
            </a:r>
            <a:r>
              <a:rPr lang="en-US" sz="2400" dirty="0"/>
              <a:t> </a:t>
            </a:r>
            <a:r>
              <a:rPr lang="en-US" sz="2400" dirty="0" err="1"/>
              <a:t>eserin</a:t>
            </a:r>
            <a:r>
              <a:rPr lang="en-US" sz="2400" dirty="0"/>
              <a:t> </a:t>
            </a:r>
            <a:r>
              <a:rPr lang="en-US" sz="2400" dirty="0" err="1"/>
              <a:t>değeri</a:t>
            </a:r>
            <a:r>
              <a:rPr lang="en-US" sz="2400" dirty="0"/>
              <a:t> </a:t>
            </a:r>
            <a:r>
              <a:rPr lang="en-US" sz="2400" dirty="0" err="1"/>
              <a:t>üzerindeki</a:t>
            </a:r>
            <a:r>
              <a:rPr lang="en-US" sz="2400" dirty="0"/>
              <a:t> </a:t>
            </a:r>
            <a:r>
              <a:rPr lang="en-US" sz="2400" dirty="0" err="1"/>
              <a:t>etkisi</a:t>
            </a:r>
            <a:r>
              <a:rPr lang="en-US" sz="2400" dirty="0"/>
              <a:t>
</a:t>
            </a:r>
            <a:r>
              <a:rPr lang="en-US" sz="2400" dirty="0" err="1"/>
              <a:t>Yazılım</a:t>
            </a:r>
            <a:r>
              <a:rPr lang="en-US" sz="2400" dirty="0"/>
              <a:t> </a:t>
            </a:r>
            <a:r>
              <a:rPr lang="en-US" sz="2400" dirty="0" err="1"/>
              <a:t>telif</a:t>
            </a:r>
            <a:r>
              <a:rPr lang="en-US" sz="2400" dirty="0"/>
              <a:t> </a:t>
            </a:r>
            <a:r>
              <a:rPr lang="en-US" sz="2400" dirty="0" err="1"/>
              <a:t>hakkı</a:t>
            </a:r>
            <a:r>
              <a:rPr lang="en-US" sz="2400" dirty="0"/>
              <a:t> </a:t>
            </a:r>
            <a:r>
              <a:rPr lang="en-US" sz="2400" dirty="0" err="1"/>
              <a:t>koruması</a:t>
            </a:r>
            <a:r>
              <a:rPr lang="en-US" sz="2400" dirty="0"/>
              <a:t>
</a:t>
            </a:r>
            <a:r>
              <a:rPr lang="en-US" sz="2400" dirty="0" err="1"/>
              <a:t>İhlalin</a:t>
            </a:r>
            <a:r>
              <a:rPr lang="en-US" sz="2400" dirty="0"/>
              <a:t> </a:t>
            </a:r>
            <a:r>
              <a:rPr lang="en-US" sz="2400" dirty="0" err="1"/>
              <a:t>ispatı</a:t>
            </a:r>
            <a:r>
              <a:rPr lang="en-US" sz="2400" dirty="0"/>
              <a:t>, </a:t>
            </a:r>
            <a:r>
              <a:rPr lang="en-US" sz="2400" dirty="0" err="1"/>
              <a:t>ancak</a:t>
            </a:r>
            <a:r>
              <a:rPr lang="en-US" sz="2400" dirty="0"/>
              <a:t> </a:t>
            </a:r>
            <a:r>
              <a:rPr lang="en-US" sz="2400" dirty="0" err="1"/>
              <a:t>kopyalanarak</a:t>
            </a:r>
            <a:r>
              <a:rPr lang="en-US" sz="2400" dirty="0"/>
              <a:t> </a:t>
            </a:r>
            <a:r>
              <a:rPr lang="en-US" sz="2400" dirty="0" err="1"/>
              <a:t>açıklanabilecek</a:t>
            </a:r>
            <a:r>
              <a:rPr lang="en-US" sz="2400" dirty="0"/>
              <a:t> </a:t>
            </a:r>
            <a:r>
              <a:rPr lang="en-US" sz="2400" dirty="0" err="1"/>
              <a:t>çarpıcı</a:t>
            </a:r>
            <a:r>
              <a:rPr lang="en-US" sz="2400" dirty="0"/>
              <a:t> </a:t>
            </a:r>
            <a:r>
              <a:rPr lang="en-US" sz="2400" dirty="0" err="1"/>
              <a:t>bir</a:t>
            </a:r>
            <a:r>
              <a:rPr lang="en-US" sz="2400" dirty="0"/>
              <a:t> </a:t>
            </a:r>
            <a:r>
              <a:rPr lang="en-US" sz="2400" dirty="0" err="1"/>
              <a:t>benzerlik</a:t>
            </a:r>
            <a:r>
              <a:rPr lang="en-US" sz="2400" dirty="0"/>
              <a:t> </a:t>
            </a:r>
            <a:r>
              <a:rPr lang="en-US" sz="2400" dirty="0" err="1"/>
              <a:t>göstermeyi</a:t>
            </a:r>
            <a:r>
              <a:rPr lang="en-US" sz="2400" dirty="0"/>
              <a:t> </a:t>
            </a:r>
            <a:r>
              <a:rPr lang="en-US" sz="2400" dirty="0" err="1"/>
              <a:t>gerektirir</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err="1"/>
              <a:t>Telif</a:t>
            </a:r>
            <a:r>
              <a:rPr lang="en-US" sz="4000" dirty="0"/>
              <a:t> </a:t>
            </a:r>
            <a:r>
              <a:rPr lang="en-US" sz="4000" dirty="0" err="1"/>
              <a:t>Hakkı</a:t>
            </a:r>
            <a:r>
              <a:rPr lang="en-US" sz="4000" dirty="0"/>
              <a:t>, </a:t>
            </a:r>
            <a:r>
              <a:rPr lang="en-US" sz="4000" dirty="0" err="1"/>
              <a:t>Bölüm</a:t>
            </a:r>
            <a:r>
              <a:rPr lang="en-US" sz="4000" dirty="0"/>
              <a: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02003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4299639"/>
          </a:xfrm>
        </p:spPr>
        <p:txBody>
          <a:bodyPr/>
          <a:lstStyle/>
          <a:p>
            <a:pPr marL="171450" lvl="1">
              <a:spcBef>
                <a:spcPts val="1200"/>
              </a:spcBef>
              <a:buClr>
                <a:schemeClr val="accent2"/>
              </a:buClr>
            </a:pPr>
            <a:r>
              <a:rPr lang="en-US" sz="2800" dirty="0"/>
              <a:t>2008 </a:t>
            </a:r>
            <a:r>
              <a:rPr lang="en-US" sz="2800" dirty="0" err="1"/>
              <a:t>tarihli</a:t>
            </a:r>
            <a:r>
              <a:rPr lang="en-US" sz="2800" dirty="0"/>
              <a:t> </a:t>
            </a:r>
            <a:r>
              <a:rPr lang="en-US" sz="2800" dirty="0" err="1"/>
              <a:t>Fikri</a:t>
            </a:r>
            <a:r>
              <a:rPr lang="en-US" sz="2800" dirty="0"/>
              <a:t> </a:t>
            </a:r>
            <a:r>
              <a:rPr lang="en-US" sz="2800" dirty="0" err="1"/>
              <a:t>Mülkiyet</a:t>
            </a:r>
            <a:r>
              <a:rPr lang="en-US" sz="2800" dirty="0"/>
              <a:t> için </a:t>
            </a:r>
            <a:r>
              <a:rPr lang="en-US" sz="2800" dirty="0" err="1"/>
              <a:t>Kaynaklara</a:t>
            </a:r>
            <a:r>
              <a:rPr lang="en-US" sz="2800" dirty="0"/>
              <a:t> </a:t>
            </a:r>
            <a:r>
              <a:rPr lang="en-US" sz="2800" dirty="0" err="1"/>
              <a:t>ve</a:t>
            </a:r>
            <a:r>
              <a:rPr lang="en-US" sz="2800" dirty="0"/>
              <a:t> </a:t>
            </a:r>
            <a:r>
              <a:rPr lang="en-US" sz="2800" dirty="0" err="1"/>
              <a:t>Organizasyona</a:t>
            </a:r>
            <a:r>
              <a:rPr lang="en-US" sz="2800" dirty="0"/>
              <a:t> </a:t>
            </a:r>
            <a:r>
              <a:rPr lang="en-US" sz="2800" dirty="0" err="1"/>
              <a:t>Öncelik</a:t>
            </a:r>
            <a:r>
              <a:rPr lang="en-US" sz="2800" dirty="0"/>
              <a:t> Verme (PRO-IP) </a:t>
            </a:r>
            <a:r>
              <a:rPr lang="en-US" sz="2800" dirty="0" err="1"/>
              <a:t>Yasası</a:t>
            </a:r>
            <a:r>
              <a:rPr lang="en-US" sz="2800" dirty="0"/>
              <a:t>: </a:t>
            </a:r>
            <a:r>
              <a:rPr lang="en-US" sz="2800" dirty="0" err="1"/>
              <a:t>Ticari</a:t>
            </a:r>
            <a:r>
              <a:rPr lang="en-US" sz="2800" dirty="0"/>
              <a:t> </a:t>
            </a:r>
            <a:r>
              <a:rPr lang="en-US" sz="2800" dirty="0" err="1"/>
              <a:t>marka</a:t>
            </a:r>
            <a:r>
              <a:rPr lang="en-US" sz="2800" dirty="0"/>
              <a:t> </a:t>
            </a:r>
            <a:r>
              <a:rPr lang="en-US" sz="2800" dirty="0" err="1"/>
              <a:t>ve</a:t>
            </a:r>
            <a:r>
              <a:rPr lang="en-US" sz="2800" dirty="0"/>
              <a:t> </a:t>
            </a:r>
            <a:r>
              <a:rPr lang="en-US" sz="2800" dirty="0" err="1"/>
              <a:t>telif</a:t>
            </a:r>
            <a:r>
              <a:rPr lang="en-US" sz="2800" dirty="0"/>
              <a:t> </a:t>
            </a:r>
            <a:r>
              <a:rPr lang="en-US" sz="2800" dirty="0" err="1"/>
              <a:t>hakkı</a:t>
            </a:r>
            <a:r>
              <a:rPr lang="en-US" sz="2800" dirty="0"/>
              <a:t> </a:t>
            </a:r>
            <a:r>
              <a:rPr lang="en-US" sz="2800" dirty="0" err="1"/>
              <a:t>uygulamalarının</a:t>
            </a:r>
            <a:r>
              <a:rPr lang="en-US" sz="2800" dirty="0"/>
              <a:t> </a:t>
            </a:r>
            <a:r>
              <a:rPr lang="en-US" sz="2800" dirty="0" err="1"/>
              <a:t>artırılması</a:t>
            </a:r>
            <a:r>
              <a:rPr lang="en-US" sz="2800" dirty="0"/>
              <a:t> </a:t>
            </a:r>
            <a:r>
              <a:rPr lang="en-US" sz="2800" dirty="0" err="1"/>
              <a:t>ve</a:t>
            </a:r>
            <a:r>
              <a:rPr lang="en-US" sz="2800" dirty="0"/>
              <a:t> </a:t>
            </a:r>
            <a:r>
              <a:rPr lang="en-US" sz="2800" dirty="0" err="1"/>
              <a:t>ihlal</a:t>
            </a:r>
            <a:r>
              <a:rPr lang="en-US" sz="2800" dirty="0"/>
              <a:t> </a:t>
            </a:r>
            <a:r>
              <a:rPr lang="en-US" sz="2800" dirty="0" err="1"/>
              <a:t>cezalarının</a:t>
            </a:r>
            <a:r>
              <a:rPr lang="en-US" sz="2800" dirty="0"/>
              <a:t> </a:t>
            </a:r>
            <a:r>
              <a:rPr lang="en-US" sz="2800" dirty="0" err="1"/>
              <a:t>önemli</a:t>
            </a:r>
            <a:r>
              <a:rPr lang="en-US" sz="2800" dirty="0"/>
              <a:t> </a:t>
            </a:r>
            <a:r>
              <a:rPr lang="en-US" sz="2800" dirty="0" err="1"/>
              <a:t>ölçüde</a:t>
            </a:r>
            <a:r>
              <a:rPr lang="en-US" sz="2800" dirty="0"/>
              <a:t> </a:t>
            </a:r>
            <a:r>
              <a:rPr lang="en-US" sz="2800" dirty="0" err="1"/>
              <a:t>artırılması</a:t>
            </a:r>
            <a:r>
              <a:rPr lang="en-US" sz="2800" dirty="0"/>
              <a:t>
</a:t>
            </a:r>
            <a:r>
              <a:rPr lang="en-US" sz="2800" dirty="0" err="1"/>
              <a:t>Gümrük</a:t>
            </a:r>
            <a:r>
              <a:rPr lang="en-US" sz="2800" dirty="0"/>
              <a:t> </a:t>
            </a:r>
            <a:r>
              <a:rPr lang="en-US" sz="2800" dirty="0" err="1"/>
              <a:t>Tarifeleri</a:t>
            </a:r>
            <a:r>
              <a:rPr lang="en-US" sz="2800" dirty="0"/>
              <a:t> </a:t>
            </a:r>
            <a:r>
              <a:rPr lang="en-US" sz="2800" dirty="0" err="1"/>
              <a:t>ve</a:t>
            </a:r>
            <a:r>
              <a:rPr lang="en-US" sz="2800" dirty="0"/>
              <a:t> </a:t>
            </a:r>
            <a:r>
              <a:rPr lang="en-US" sz="2800" dirty="0" err="1"/>
              <a:t>Ticaret</a:t>
            </a:r>
            <a:r>
              <a:rPr lang="en-US" sz="2800" dirty="0"/>
              <a:t> </a:t>
            </a:r>
            <a:r>
              <a:rPr lang="en-US" sz="2800" dirty="0" err="1"/>
              <a:t>Genel</a:t>
            </a:r>
            <a:r>
              <a:rPr lang="en-US" sz="2800" dirty="0"/>
              <a:t> </a:t>
            </a:r>
            <a:r>
              <a:rPr lang="en-US" sz="2800" dirty="0" err="1"/>
              <a:t>Anlaşması</a:t>
            </a:r>
            <a:r>
              <a:rPr lang="en-US" sz="2800" dirty="0"/>
              <a:t> (GATT)
</a:t>
            </a:r>
            <a:r>
              <a:rPr lang="en-US" sz="2800" dirty="0" err="1"/>
              <a:t>Uluslararası</a:t>
            </a:r>
            <a:r>
              <a:rPr lang="en-US" sz="2800" dirty="0"/>
              <a:t> </a:t>
            </a:r>
            <a:r>
              <a:rPr lang="en-US" sz="2800" dirty="0" err="1"/>
              <a:t>ticareti</a:t>
            </a:r>
            <a:r>
              <a:rPr lang="en-US" sz="2800" dirty="0"/>
              <a:t> </a:t>
            </a:r>
            <a:r>
              <a:rPr lang="en-US" sz="2800" dirty="0" err="1"/>
              <a:t>düzenleyen</a:t>
            </a:r>
            <a:r>
              <a:rPr lang="en-US" sz="2800" dirty="0"/>
              <a:t> </a:t>
            </a:r>
            <a:r>
              <a:rPr lang="en-US" sz="2800" dirty="0" err="1"/>
              <a:t>çok</a:t>
            </a:r>
            <a:r>
              <a:rPr lang="en-US" sz="2800" dirty="0"/>
              <a:t> </a:t>
            </a:r>
            <a:r>
              <a:rPr lang="en-US" sz="2800" dirty="0" err="1"/>
              <a:t>taraflı</a:t>
            </a:r>
            <a:r>
              <a:rPr lang="en-US" sz="2800" dirty="0"/>
              <a:t> </a:t>
            </a:r>
            <a:r>
              <a:rPr lang="en-US" sz="2800" dirty="0" err="1"/>
              <a:t>anlaşma</a:t>
            </a:r>
            <a:r>
              <a:rPr lang="en-US" sz="2800" dirty="0"/>
              <a:t>
</a:t>
            </a:r>
            <a:r>
              <a:rPr lang="en-US" sz="2800" dirty="0" err="1"/>
              <a:t>Dünya</a:t>
            </a:r>
            <a:r>
              <a:rPr lang="en-US" sz="2800" dirty="0"/>
              <a:t> </a:t>
            </a:r>
            <a:r>
              <a:rPr lang="en-US" sz="2800" dirty="0" err="1"/>
              <a:t>Ticaret</a:t>
            </a:r>
            <a:r>
              <a:rPr lang="en-US" sz="2800" dirty="0"/>
              <a:t> </a:t>
            </a:r>
            <a:r>
              <a:rPr lang="en-US" sz="2800" dirty="0" err="1"/>
              <a:t>Örgütü</a:t>
            </a:r>
            <a:r>
              <a:rPr lang="en-US" sz="2800" dirty="0"/>
              <a:t> (DTÖ) </a:t>
            </a:r>
            <a:r>
              <a:rPr lang="en-US" sz="2800" dirty="0" err="1"/>
              <a:t>kuruldu</a:t>
            </a:r>
            <a:r>
              <a:rPr lang="en-US" sz="2800" dirty="0"/>
              <a:t>
</a:t>
            </a:r>
            <a:r>
              <a:rPr lang="en-US" sz="2800" dirty="0" err="1"/>
              <a:t>GATT'a</a:t>
            </a:r>
            <a:r>
              <a:rPr lang="en-US" sz="2800" dirty="0"/>
              <a:t> </a:t>
            </a:r>
            <a:r>
              <a:rPr lang="en-US" sz="2800" dirty="0" err="1"/>
              <a:t>rağmen</a:t>
            </a:r>
            <a:r>
              <a:rPr lang="en-US" sz="2800" dirty="0"/>
              <a:t>, </a:t>
            </a:r>
            <a:r>
              <a:rPr lang="en-US" sz="2800" dirty="0" err="1"/>
              <a:t>telif</a:t>
            </a:r>
            <a:r>
              <a:rPr lang="en-US" sz="2800" dirty="0"/>
              <a:t> </a:t>
            </a:r>
            <a:r>
              <a:rPr lang="en-US" sz="2800" dirty="0" err="1"/>
              <a:t>hakkı</a:t>
            </a:r>
            <a:r>
              <a:rPr lang="en-US" sz="2800" dirty="0"/>
              <a:t> </a:t>
            </a:r>
            <a:r>
              <a:rPr lang="en-US" sz="2800" dirty="0" err="1"/>
              <a:t>koruması</a:t>
            </a:r>
            <a:r>
              <a:rPr lang="en-US" sz="2800" dirty="0"/>
              <a:t> </a:t>
            </a:r>
            <a:r>
              <a:rPr lang="en-US" sz="2800" dirty="0" err="1"/>
              <a:t>ülkeden</a:t>
            </a:r>
            <a:r>
              <a:rPr lang="en-US" sz="2800" dirty="0"/>
              <a:t> </a:t>
            </a:r>
            <a:r>
              <a:rPr lang="en-US" sz="2800" dirty="0" err="1"/>
              <a:t>ülkeye</a:t>
            </a:r>
            <a:r>
              <a:rPr lang="en-US" sz="2800" dirty="0"/>
              <a:t> </a:t>
            </a:r>
            <a:r>
              <a:rPr lang="en-US" sz="2800" dirty="0" err="1"/>
              <a:t>büyük</a:t>
            </a:r>
            <a:r>
              <a:rPr lang="en-US" sz="2800" dirty="0"/>
              <a:t> </a:t>
            </a:r>
            <a:r>
              <a:rPr lang="en-US" sz="2800" dirty="0" err="1"/>
              <a:t>farklılıklar</a:t>
            </a:r>
            <a:r>
              <a:rPr lang="en-US" sz="2800" dirty="0"/>
              <a:t> </a:t>
            </a:r>
            <a:r>
              <a:rPr lang="en-US" sz="2800" dirty="0" err="1"/>
              <a:t>gösterir</a:t>
            </a:r>
            <a:endParaRPr lang="en-US" sz="2400" dirty="0"/>
          </a:p>
        </p:txBody>
      </p:sp>
      <p:sp>
        <p:nvSpPr>
          <p:cNvPr id="3" name="Title 2"/>
          <p:cNvSpPr>
            <a:spLocks noGrp="1"/>
          </p:cNvSpPr>
          <p:nvPr>
            <p:ph type="title"/>
          </p:nvPr>
        </p:nvSpPr>
        <p:spPr>
          <a:xfrm>
            <a:off x="762000" y="290459"/>
            <a:ext cx="8026400" cy="527837"/>
          </a:xfrm>
        </p:spPr>
        <p:txBody>
          <a:bodyPr/>
          <a:lstStyle/>
          <a:p>
            <a:r>
              <a:rPr lang="en-US" sz="4000" dirty="0" err="1"/>
              <a:t>Telif</a:t>
            </a:r>
            <a:r>
              <a:rPr lang="en-US" sz="4000" dirty="0"/>
              <a:t> </a:t>
            </a:r>
            <a:r>
              <a:rPr lang="en-US" sz="4000" dirty="0" err="1"/>
              <a:t>Hakkı</a:t>
            </a:r>
            <a:r>
              <a:rPr lang="en-US" sz="4000" dirty="0"/>
              <a:t>, </a:t>
            </a:r>
            <a:r>
              <a:rPr lang="en-US" sz="4000" dirty="0" err="1"/>
              <a:t>Bölüm</a:t>
            </a:r>
            <a:r>
              <a:rPr lang="en-US" sz="4000" dirty="0"/>
              <a: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43958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4610493"/>
          </a:xfrm>
        </p:spPr>
        <p:txBody>
          <a:bodyPr/>
          <a:lstStyle/>
          <a:p>
            <a:pPr marL="171450" lvl="1" defTabSz="755650">
              <a:lnSpc>
                <a:spcPct val="90000"/>
              </a:lnSpc>
              <a:spcBef>
                <a:spcPct val="0"/>
              </a:spcBef>
              <a:spcAft>
                <a:spcPct val="20000"/>
              </a:spcAft>
              <a:buClr>
                <a:schemeClr val="accent2"/>
              </a:buClr>
              <a:buChar char="••"/>
            </a:pPr>
            <a:r>
              <a:rPr lang="en-US" sz="2800" dirty="0" err="1"/>
              <a:t>Ticaretle</a:t>
            </a:r>
            <a:r>
              <a:rPr lang="en-US" sz="2800" dirty="0"/>
              <a:t> </a:t>
            </a:r>
            <a:r>
              <a:rPr lang="en-US" sz="2800" dirty="0" err="1"/>
              <a:t>Bağlantılı</a:t>
            </a:r>
            <a:r>
              <a:rPr lang="en-US" sz="2800" dirty="0"/>
              <a:t> </a:t>
            </a:r>
            <a:r>
              <a:rPr lang="en-US" sz="2800" dirty="0" err="1"/>
              <a:t>Fikri</a:t>
            </a:r>
            <a:r>
              <a:rPr lang="en-US" sz="2800" dirty="0"/>
              <a:t> </a:t>
            </a:r>
            <a:r>
              <a:rPr lang="en-US" sz="2800" dirty="0" err="1"/>
              <a:t>Mülkiyet</a:t>
            </a:r>
            <a:r>
              <a:rPr lang="en-US" sz="2800" dirty="0"/>
              <a:t> </a:t>
            </a:r>
            <a:r>
              <a:rPr lang="en-US" sz="2800" dirty="0" err="1"/>
              <a:t>Hakları</a:t>
            </a:r>
            <a:r>
              <a:rPr lang="en-US" sz="2800" dirty="0"/>
              <a:t> </a:t>
            </a:r>
            <a:r>
              <a:rPr lang="en-US" sz="2800" dirty="0" err="1"/>
              <a:t>Anlaşması</a:t>
            </a:r>
            <a:r>
              <a:rPr lang="en-US" sz="2800" dirty="0"/>
              <a:t> (TRIPS)
Her </a:t>
            </a:r>
            <a:r>
              <a:rPr lang="en-US" sz="2800" dirty="0" err="1"/>
              <a:t>hükümetin</a:t>
            </a:r>
            <a:r>
              <a:rPr lang="en-US" sz="2800" dirty="0"/>
              <a:t> </a:t>
            </a:r>
            <a:r>
              <a:rPr lang="en-US" sz="2800" dirty="0" err="1"/>
              <a:t>tüm</a:t>
            </a:r>
            <a:r>
              <a:rPr lang="en-US" sz="2800" dirty="0"/>
              <a:t> DTÖ </a:t>
            </a:r>
            <a:r>
              <a:rPr lang="en-US" sz="2800" dirty="0" err="1"/>
              <a:t>üyelerinin</a:t>
            </a:r>
            <a:r>
              <a:rPr lang="en-US" sz="2800" dirty="0"/>
              <a:t> </a:t>
            </a:r>
            <a:r>
              <a:rPr lang="en-US" sz="2800" dirty="0" err="1"/>
              <a:t>fikri</a:t>
            </a:r>
            <a:r>
              <a:rPr lang="en-US" sz="2800" dirty="0"/>
              <a:t> </a:t>
            </a:r>
            <a:r>
              <a:rPr lang="en-US" sz="2800" dirty="0" err="1"/>
              <a:t>mülkiyetine</a:t>
            </a:r>
            <a:r>
              <a:rPr lang="en-US" sz="2800" dirty="0"/>
              <a:t> </a:t>
            </a:r>
            <a:r>
              <a:rPr lang="en-US" sz="2800" dirty="0" err="1"/>
              <a:t>sağlaması</a:t>
            </a:r>
            <a:r>
              <a:rPr lang="en-US" sz="2800" dirty="0"/>
              <a:t> </a:t>
            </a:r>
            <a:r>
              <a:rPr lang="en-US" sz="2800" dirty="0" err="1"/>
              <a:t>gereken</a:t>
            </a:r>
            <a:r>
              <a:rPr lang="en-US" sz="2800" dirty="0"/>
              <a:t> </a:t>
            </a:r>
            <a:r>
              <a:rPr lang="en-US" sz="2800" dirty="0" err="1"/>
              <a:t>asgari</a:t>
            </a:r>
            <a:r>
              <a:rPr lang="en-US" sz="2800" dirty="0"/>
              <a:t> </a:t>
            </a:r>
            <a:r>
              <a:rPr lang="en-US" sz="2800" dirty="0" err="1"/>
              <a:t>koruma</a:t>
            </a:r>
            <a:r>
              <a:rPr lang="en-US" sz="2800" dirty="0"/>
              <a:t> </a:t>
            </a:r>
            <a:r>
              <a:rPr lang="en-US" sz="2800" dirty="0" err="1"/>
              <a:t>seviyeleri</a:t>
            </a:r>
            <a:r>
              <a:rPr lang="en-US" sz="2800" dirty="0"/>
              <a:t> </a:t>
            </a:r>
            <a:r>
              <a:rPr lang="en-US" sz="2800" dirty="0" err="1"/>
              <a:t>belirlendi</a:t>
            </a:r>
            <a:r>
              <a:rPr lang="en-US" sz="2800" dirty="0"/>
              <a:t>
</a:t>
            </a:r>
            <a:r>
              <a:rPr lang="en-US" sz="2800" dirty="0" err="1"/>
              <a:t>Dünya</a:t>
            </a:r>
            <a:r>
              <a:rPr lang="en-US" sz="2800" dirty="0"/>
              <a:t> </a:t>
            </a:r>
            <a:r>
              <a:rPr lang="en-US" sz="2800" dirty="0" err="1"/>
              <a:t>Fikri</a:t>
            </a:r>
            <a:r>
              <a:rPr lang="en-US" sz="2800" dirty="0"/>
              <a:t> </a:t>
            </a:r>
            <a:r>
              <a:rPr lang="en-US" sz="2800" dirty="0" err="1"/>
              <a:t>Mülkiyet</a:t>
            </a:r>
            <a:r>
              <a:rPr lang="en-US" sz="2800" dirty="0"/>
              <a:t> </a:t>
            </a:r>
            <a:r>
              <a:rPr lang="en-US" sz="2800" dirty="0" err="1"/>
              <a:t>Örgütü</a:t>
            </a:r>
            <a:r>
              <a:rPr lang="en-US" sz="2800" dirty="0"/>
              <a:t> </a:t>
            </a:r>
            <a:r>
              <a:rPr lang="en-US" sz="2800" dirty="0" err="1"/>
              <a:t>Telif</a:t>
            </a:r>
            <a:r>
              <a:rPr lang="en-US" sz="2800" dirty="0"/>
              <a:t> </a:t>
            </a:r>
            <a:r>
              <a:rPr lang="en-US" sz="2800" dirty="0" err="1"/>
              <a:t>Hakkı</a:t>
            </a:r>
            <a:r>
              <a:rPr lang="en-US" sz="2800" dirty="0"/>
              <a:t> </a:t>
            </a:r>
            <a:r>
              <a:rPr lang="en-US" sz="2800" dirty="0" err="1"/>
              <a:t>Anlaşması</a:t>
            </a:r>
            <a:r>
              <a:rPr lang="en-US" sz="2800" dirty="0"/>
              <a:t> (1996): 
</a:t>
            </a:r>
            <a:r>
              <a:rPr lang="en-US" sz="2800" dirty="0" err="1"/>
              <a:t>Fikri</a:t>
            </a:r>
            <a:r>
              <a:rPr lang="en-US" sz="2800" dirty="0"/>
              <a:t> </a:t>
            </a:r>
            <a:r>
              <a:rPr lang="en-US" sz="2800" dirty="0" err="1"/>
              <a:t>mülkiyetin</a:t>
            </a:r>
            <a:r>
              <a:rPr lang="en-US" sz="2800" dirty="0"/>
              <a:t> </a:t>
            </a:r>
            <a:r>
              <a:rPr lang="en-US" sz="2800" dirty="0" err="1"/>
              <a:t>yenilikçiliği</a:t>
            </a:r>
            <a:r>
              <a:rPr lang="en-US" sz="2800" dirty="0"/>
              <a:t> </a:t>
            </a:r>
            <a:r>
              <a:rPr lang="en-US" sz="2800" dirty="0" err="1"/>
              <a:t>ve</a:t>
            </a:r>
            <a:r>
              <a:rPr lang="en-US" sz="2800" dirty="0"/>
              <a:t> </a:t>
            </a:r>
            <a:r>
              <a:rPr lang="en-US" sz="2800" dirty="0" err="1"/>
              <a:t>yaratıcılığı</a:t>
            </a:r>
            <a:r>
              <a:rPr lang="en-US" sz="2800" dirty="0"/>
              <a:t> </a:t>
            </a:r>
            <a:r>
              <a:rPr lang="en-US" sz="2800" dirty="0" err="1"/>
              <a:t>teşvik</a:t>
            </a:r>
            <a:r>
              <a:rPr lang="en-US" sz="2800" dirty="0"/>
              <a:t> </a:t>
            </a:r>
            <a:r>
              <a:rPr lang="en-US" sz="2800" dirty="0" err="1"/>
              <a:t>etmek</a:t>
            </a:r>
            <a:r>
              <a:rPr lang="en-US" sz="2800" dirty="0"/>
              <a:t> için </a:t>
            </a:r>
            <a:r>
              <a:rPr lang="en-US" sz="2800" dirty="0" err="1"/>
              <a:t>bir</a:t>
            </a:r>
            <a:r>
              <a:rPr lang="en-US" sz="2800" dirty="0"/>
              <a:t> </a:t>
            </a:r>
            <a:r>
              <a:rPr lang="en-US" sz="2800" dirty="0" err="1"/>
              <a:t>araç</a:t>
            </a:r>
            <a:r>
              <a:rPr lang="en-US" sz="2800" dirty="0"/>
              <a:t> </a:t>
            </a:r>
            <a:r>
              <a:rPr lang="en-US" sz="2800" dirty="0" err="1"/>
              <a:t>olarak</a:t>
            </a:r>
            <a:r>
              <a:rPr lang="en-US" sz="2800" dirty="0"/>
              <a:t> </a:t>
            </a:r>
            <a:r>
              <a:rPr lang="en-US" sz="2800" dirty="0" err="1"/>
              <a:t>kullanılmasını</a:t>
            </a:r>
            <a:r>
              <a:rPr lang="en-US" sz="2800" dirty="0"/>
              <a:t> </a:t>
            </a:r>
            <a:r>
              <a:rPr lang="en-US" sz="2800" dirty="0" err="1"/>
              <a:t>teşvik</a:t>
            </a:r>
            <a:r>
              <a:rPr lang="en-US" sz="2800" dirty="0"/>
              <a:t> </a:t>
            </a:r>
            <a:r>
              <a:rPr lang="en-US" sz="2800" dirty="0" err="1"/>
              <a:t>eder</a:t>
            </a:r>
            <a:r>
              <a:rPr lang="en-US" sz="2800" dirty="0"/>
              <a:t>
</a:t>
            </a:r>
            <a:r>
              <a:rPr lang="en-US" sz="2800" dirty="0" err="1"/>
              <a:t>Bilgisayar</a:t>
            </a:r>
            <a:r>
              <a:rPr lang="en-US" sz="2800" dirty="0"/>
              <a:t> </a:t>
            </a:r>
            <a:r>
              <a:rPr lang="en-US" sz="2800" dirty="0" err="1"/>
              <a:t>programlarının</a:t>
            </a:r>
            <a:r>
              <a:rPr lang="en-US" sz="2800" dirty="0"/>
              <a:t> </a:t>
            </a:r>
            <a:r>
              <a:rPr lang="en-US" sz="2800" dirty="0" err="1"/>
              <a:t>edebî</a:t>
            </a:r>
            <a:r>
              <a:rPr lang="en-US" sz="2800" dirty="0"/>
              <a:t> </a:t>
            </a:r>
            <a:r>
              <a:rPr lang="en-US" sz="2800" dirty="0" err="1"/>
              <a:t>eser</a:t>
            </a:r>
            <a:r>
              <a:rPr lang="en-US" sz="2800" dirty="0"/>
              <a:t> </a:t>
            </a:r>
            <a:r>
              <a:rPr lang="en-US" sz="2800" dirty="0" err="1"/>
              <a:t>olarak</a:t>
            </a:r>
            <a:r>
              <a:rPr lang="en-US" sz="2800" dirty="0"/>
              <a:t> </a:t>
            </a:r>
            <a:r>
              <a:rPr lang="en-US" sz="2800" dirty="0" err="1"/>
              <a:t>korunmasını</a:t>
            </a:r>
            <a:r>
              <a:rPr lang="en-US" sz="2800" dirty="0"/>
              <a:t> </a:t>
            </a:r>
            <a:r>
              <a:rPr lang="en-US" sz="2800" dirty="0" err="1"/>
              <a:t>sağlar</a:t>
            </a:r>
            <a:r>
              <a:rPr lang="en-US" sz="2800" dirty="0"/>
              <a:t>; </a:t>
            </a:r>
            <a:r>
              <a:rPr lang="en-US" sz="2800" dirty="0" err="1"/>
              <a:t>Ayrıca</a:t>
            </a:r>
            <a:r>
              <a:rPr lang="en-US" sz="2800" dirty="0"/>
              <a:t> </a:t>
            </a:r>
            <a:r>
              <a:rPr lang="en-US" sz="2800" dirty="0" err="1"/>
              <a:t>veri</a:t>
            </a:r>
            <a:r>
              <a:rPr lang="en-US" sz="2800" dirty="0"/>
              <a:t> </a:t>
            </a:r>
            <a:r>
              <a:rPr lang="en-US" sz="2800" dirty="0" err="1"/>
              <a:t>tabanlarındaki</a:t>
            </a:r>
            <a:r>
              <a:rPr lang="en-US" sz="2800" dirty="0"/>
              <a:t> </a:t>
            </a:r>
            <a:r>
              <a:rPr lang="en-US" sz="2800" dirty="0" err="1"/>
              <a:t>materyallerin</a:t>
            </a:r>
            <a:r>
              <a:rPr lang="en-US" sz="2800" dirty="0"/>
              <a:t> </a:t>
            </a:r>
            <a:r>
              <a:rPr lang="en-US" sz="2800" dirty="0" err="1"/>
              <a:t>düzenlenmesini</a:t>
            </a:r>
            <a:r>
              <a:rPr lang="en-US" sz="2800" dirty="0"/>
              <a:t> </a:t>
            </a:r>
            <a:r>
              <a:rPr lang="en-US" sz="2800" dirty="0" err="1"/>
              <a:t>ve</a:t>
            </a:r>
            <a:r>
              <a:rPr lang="en-US" sz="2800" dirty="0"/>
              <a:t> </a:t>
            </a:r>
            <a:r>
              <a:rPr lang="en-US" sz="2800" dirty="0" err="1"/>
              <a:t>seçimini</a:t>
            </a:r>
            <a:r>
              <a:rPr lang="en-US" sz="2800" dirty="0"/>
              <a:t> </a:t>
            </a:r>
            <a:r>
              <a:rPr lang="en-US" sz="2800" dirty="0" err="1"/>
              <a:t>korur</a:t>
            </a:r>
            <a:endParaRPr lang="en-CA" sz="2600" dirty="0"/>
          </a:p>
        </p:txBody>
      </p:sp>
      <p:sp>
        <p:nvSpPr>
          <p:cNvPr id="3" name="Title 2"/>
          <p:cNvSpPr>
            <a:spLocks noGrp="1"/>
          </p:cNvSpPr>
          <p:nvPr>
            <p:ph type="title"/>
          </p:nvPr>
        </p:nvSpPr>
        <p:spPr>
          <a:xfrm>
            <a:off x="762000" y="290459"/>
            <a:ext cx="8026400" cy="527837"/>
          </a:xfrm>
        </p:spPr>
        <p:txBody>
          <a:bodyPr/>
          <a:lstStyle/>
          <a:p>
            <a:r>
              <a:rPr lang="en-US" sz="4000" dirty="0" err="1"/>
              <a:t>Telif</a:t>
            </a:r>
            <a:r>
              <a:rPr lang="en-US" sz="4000" dirty="0"/>
              <a:t> </a:t>
            </a:r>
            <a:r>
              <a:rPr lang="en-US" sz="4000" dirty="0" err="1"/>
              <a:t>Hakkı</a:t>
            </a:r>
            <a:r>
              <a:rPr lang="en-US" sz="4000" dirty="0"/>
              <a:t>, </a:t>
            </a:r>
            <a:r>
              <a:rPr lang="en-US" sz="4000" dirty="0" err="1"/>
              <a:t>Bölüm</a:t>
            </a:r>
            <a:r>
              <a:rPr lang="en-US" sz="4000" dirty="0"/>
              <a:t> 4</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94272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6-1: This table provides a summary of the key points of the WTO TRIPS Agreement. &#10;Copyright: Computer programs are protected as literary works. Authors of computer programs and producers of sound recordings have the right to prohibit the commercial rental of their works to the public.&#10;Patent: Patent protection is available for any invention, whether a product or process. Discrimination is not allowed based on the place of invention.&#10;Trade secret: Trade secrets must be protected against breach of confidence and other acts that are contrary to honest commercial practices."/>
          <p:cNvGraphicFramePr>
            <a:graphicFrameLocks noGrp="1"/>
          </p:cNvGraphicFramePr>
          <p:nvPr>
            <p:ph idx="1"/>
            <p:extLst>
              <p:ext uri="{D42A27DB-BD31-4B8C-83A1-F6EECF244321}">
                <p14:modId xmlns:p14="http://schemas.microsoft.com/office/powerpoint/2010/main" val="1263406344"/>
              </p:ext>
            </p:extLst>
          </p:nvPr>
        </p:nvGraphicFramePr>
        <p:xfrm>
          <a:off x="365125" y="1219200"/>
          <a:ext cx="8415338" cy="4799076"/>
        </p:xfrm>
        <a:graphic>
          <a:graphicData uri="http://schemas.openxmlformats.org/drawingml/2006/table">
            <a:tbl>
              <a:tblPr firstRow="1" bandRow="1">
                <a:tableStyleId>{5C22544A-7EE6-4342-B048-85BDC9FD1C3A}</a:tableStyleId>
              </a:tblPr>
              <a:tblGrid>
                <a:gridCol w="2530475">
                  <a:extLst>
                    <a:ext uri="{9D8B030D-6E8A-4147-A177-3AD203B41FA5}">
                      <a16:colId xmlns:a16="http://schemas.microsoft.com/office/drawing/2014/main" val="3889578818"/>
                    </a:ext>
                  </a:extLst>
                </a:gridCol>
                <a:gridCol w="5884863">
                  <a:extLst>
                    <a:ext uri="{9D8B030D-6E8A-4147-A177-3AD203B41FA5}">
                      <a16:colId xmlns:a16="http://schemas.microsoft.com/office/drawing/2014/main" val="1876020907"/>
                    </a:ext>
                  </a:extLst>
                </a:gridCol>
              </a:tblGrid>
              <a:tr h="376872">
                <a:tc>
                  <a:txBody>
                    <a:bodyPr/>
                    <a:lstStyle/>
                    <a:p>
                      <a:r>
                        <a:rPr lang="en-US" sz="2200" b="1" kern="1200" dirty="0" err="1">
                          <a:solidFill>
                            <a:schemeClr val="lt1"/>
                          </a:solidFill>
                          <a:latin typeface="+mn-lt"/>
                          <a:ea typeface="+mn-ea"/>
                          <a:cs typeface="+mn-cs"/>
                        </a:rPr>
                        <a:t>Fikri</a:t>
                      </a:r>
                      <a:r>
                        <a:rPr lang="en-US" sz="2200" b="1" kern="1200" dirty="0">
                          <a:solidFill>
                            <a:schemeClr val="lt1"/>
                          </a:solidFill>
                          <a:latin typeface="+mn-lt"/>
                          <a:ea typeface="+mn-ea"/>
                          <a:cs typeface="+mn-cs"/>
                        </a:rPr>
                        <a:t> </a:t>
                      </a:r>
                      <a:r>
                        <a:rPr lang="en-US" sz="2200" b="1" kern="1200" dirty="0" err="1">
                          <a:solidFill>
                            <a:schemeClr val="lt1"/>
                          </a:solidFill>
                          <a:latin typeface="+mn-lt"/>
                          <a:ea typeface="+mn-ea"/>
                          <a:cs typeface="+mn-cs"/>
                        </a:rPr>
                        <a:t>Mülkiyetin</a:t>
                      </a:r>
                      <a:r>
                        <a:rPr lang="en-US" sz="2200" b="1" kern="1200" dirty="0">
                          <a:solidFill>
                            <a:schemeClr val="lt1"/>
                          </a:solidFill>
                          <a:latin typeface="+mn-lt"/>
                          <a:ea typeface="+mn-ea"/>
                          <a:cs typeface="+mn-cs"/>
                        </a:rPr>
                        <a:t> </a:t>
                      </a:r>
                      <a:r>
                        <a:rPr lang="en-US" sz="2200" b="1" kern="1200" dirty="0" err="1">
                          <a:solidFill>
                            <a:schemeClr val="lt1"/>
                          </a:solidFill>
                          <a:latin typeface="+mn-lt"/>
                          <a:ea typeface="+mn-ea"/>
                          <a:cs typeface="+mn-cs"/>
                        </a:rPr>
                        <a:t>Şekli</a:t>
                      </a:r>
                      <a:endParaRPr lang="en-US" sz="2200" b="1" kern="1200" dirty="0">
                        <a:solidFill>
                          <a:schemeClr val="lt1"/>
                        </a:solidFill>
                        <a:latin typeface="+mn-lt"/>
                        <a:ea typeface="+mn-ea"/>
                        <a:cs typeface="+mn-cs"/>
                      </a:endParaRPr>
                    </a:p>
                  </a:txBody>
                  <a:tcPr>
                    <a:solidFill>
                      <a:schemeClr val="accent1"/>
                    </a:solidFill>
                  </a:tcPr>
                </a:tc>
                <a:tc>
                  <a:txBody>
                    <a:bodyPr/>
                    <a:lstStyle/>
                    <a:p>
                      <a:r>
                        <a:rPr lang="en-US" sz="2200" b="1" kern="1200" dirty="0">
                          <a:solidFill>
                            <a:schemeClr val="lt1"/>
                          </a:solidFill>
                          <a:latin typeface="+mn-lt"/>
                          <a:ea typeface="+mn-ea"/>
                          <a:cs typeface="+mn-cs"/>
                        </a:rPr>
                        <a:t>DTÖ TRIPS </a:t>
                      </a:r>
                      <a:r>
                        <a:rPr lang="en-US" sz="2200" b="1" kern="1200" dirty="0" err="1">
                          <a:solidFill>
                            <a:schemeClr val="lt1"/>
                          </a:solidFill>
                          <a:latin typeface="+mn-lt"/>
                          <a:ea typeface="+mn-ea"/>
                          <a:cs typeface="+mn-cs"/>
                        </a:rPr>
                        <a:t>Anlaşmasının</a:t>
                      </a:r>
                      <a:r>
                        <a:rPr lang="en-US" sz="2200" b="1" kern="1200" dirty="0">
                          <a:solidFill>
                            <a:schemeClr val="lt1"/>
                          </a:solidFill>
                          <a:latin typeface="+mn-lt"/>
                          <a:ea typeface="+mn-ea"/>
                          <a:cs typeface="+mn-cs"/>
                        </a:rPr>
                        <a:t> </a:t>
                      </a:r>
                      <a:r>
                        <a:rPr lang="en-US" sz="2200" b="1" kern="1200" dirty="0" err="1">
                          <a:solidFill>
                            <a:schemeClr val="lt1"/>
                          </a:solidFill>
                          <a:latin typeface="+mn-lt"/>
                          <a:ea typeface="+mn-ea"/>
                          <a:cs typeface="+mn-cs"/>
                        </a:rPr>
                        <a:t>Temel</a:t>
                      </a:r>
                      <a:r>
                        <a:rPr lang="en-US" sz="2200" b="1" kern="1200" dirty="0">
                          <a:solidFill>
                            <a:schemeClr val="lt1"/>
                          </a:solidFill>
                          <a:latin typeface="+mn-lt"/>
                          <a:ea typeface="+mn-ea"/>
                          <a:cs typeface="+mn-cs"/>
                        </a:rPr>
                        <a:t> </a:t>
                      </a:r>
                      <a:r>
                        <a:rPr lang="en-US" sz="2200" b="1" kern="1200" dirty="0" err="1">
                          <a:solidFill>
                            <a:schemeClr val="lt1"/>
                          </a:solidFill>
                          <a:latin typeface="+mn-lt"/>
                          <a:ea typeface="+mn-ea"/>
                          <a:cs typeface="+mn-cs"/>
                        </a:rPr>
                        <a:t>Şartları</a:t>
                      </a:r>
                      <a:endParaRPr lang="en-US" sz="2200" b="1" kern="1200" dirty="0">
                        <a:solidFill>
                          <a:schemeClr val="lt1"/>
                        </a:solidFill>
                        <a:latin typeface="+mn-lt"/>
                        <a:ea typeface="+mn-ea"/>
                        <a:cs typeface="+mn-cs"/>
                      </a:endParaRPr>
                    </a:p>
                  </a:txBody>
                  <a:tcPr anchor="b">
                    <a:solidFill>
                      <a:schemeClr val="accent1"/>
                    </a:solidFill>
                  </a:tcPr>
                </a:tc>
                <a:extLst>
                  <a:ext uri="{0D108BD9-81ED-4DB2-BD59-A6C34878D82A}">
                    <a16:rowId xmlns:a16="http://schemas.microsoft.com/office/drawing/2014/main" val="468678022"/>
                  </a:ext>
                </a:extLst>
              </a:tr>
              <a:tr h="370840">
                <a:tc>
                  <a:txBody>
                    <a:bodyPr/>
                    <a:lstStyle/>
                    <a:p>
                      <a:pPr>
                        <a:lnSpc>
                          <a:spcPct val="114000"/>
                        </a:lnSpc>
                      </a:pPr>
                      <a:r>
                        <a:rPr lang="en-US" sz="2000" dirty="0" err="1"/>
                        <a:t>Telif</a:t>
                      </a:r>
                      <a:r>
                        <a:rPr lang="en-US" sz="2000" dirty="0"/>
                        <a:t> </a:t>
                      </a:r>
                      <a:r>
                        <a:rPr lang="en-US" sz="2000" dirty="0" err="1"/>
                        <a:t>hakkı</a:t>
                      </a:r>
                      <a:endParaRPr lang="en-US" sz="2000" dirty="0"/>
                    </a:p>
                  </a:txBody>
                  <a:tcPr/>
                </a:tc>
                <a:tc>
                  <a:txBody>
                    <a:bodyPr/>
                    <a:lstStyle/>
                    <a:p>
                      <a:pPr marL="285750" indent="-285750">
                        <a:lnSpc>
                          <a:spcPct val="114000"/>
                        </a:lnSpc>
                        <a:buFont typeface="Arial" panose="020B0604020202020204" pitchFamily="34" charset="0"/>
                        <a:buChar char="•"/>
                      </a:pPr>
                      <a:r>
                        <a:rPr lang="en-US" sz="2000" dirty="0" err="1"/>
                        <a:t>Bilgisayar</a:t>
                      </a:r>
                      <a:r>
                        <a:rPr lang="en-US" sz="2000" dirty="0"/>
                        <a:t> </a:t>
                      </a:r>
                      <a:r>
                        <a:rPr lang="en-US" sz="2000" dirty="0" err="1"/>
                        <a:t>programları</a:t>
                      </a:r>
                      <a:r>
                        <a:rPr lang="en-US" sz="2000" dirty="0"/>
                        <a:t> </a:t>
                      </a:r>
                      <a:r>
                        <a:rPr lang="en-US" sz="2000" dirty="0" err="1"/>
                        <a:t>edebi</a:t>
                      </a:r>
                      <a:r>
                        <a:rPr lang="en-US" sz="2000" dirty="0"/>
                        <a:t> </a:t>
                      </a:r>
                      <a:r>
                        <a:rPr lang="en-US" sz="2000" dirty="0" err="1"/>
                        <a:t>eser</a:t>
                      </a:r>
                      <a:r>
                        <a:rPr lang="en-US" sz="2000" dirty="0"/>
                        <a:t> </a:t>
                      </a:r>
                      <a:r>
                        <a:rPr lang="en-US" sz="2000" dirty="0" err="1"/>
                        <a:t>olarak</a:t>
                      </a:r>
                      <a:r>
                        <a:rPr lang="en-US" sz="2000" dirty="0"/>
                        <a:t> </a:t>
                      </a:r>
                      <a:r>
                        <a:rPr lang="en-US" sz="2000" dirty="0" err="1"/>
                        <a:t>korunmaktadır</a:t>
                      </a:r>
                      <a:r>
                        <a:rPr lang="en-US" sz="2000" dirty="0"/>
                        <a:t>.
</a:t>
                      </a:r>
                      <a:r>
                        <a:rPr lang="en-US" sz="2000" dirty="0" err="1"/>
                        <a:t>Bilgisayar</a:t>
                      </a:r>
                      <a:r>
                        <a:rPr lang="en-US" sz="2000" dirty="0"/>
                        <a:t> </a:t>
                      </a:r>
                      <a:r>
                        <a:rPr lang="en-US" sz="2000" dirty="0" err="1"/>
                        <a:t>programlarının</a:t>
                      </a:r>
                      <a:r>
                        <a:rPr lang="en-US" sz="2000" dirty="0"/>
                        <a:t> </a:t>
                      </a:r>
                      <a:r>
                        <a:rPr lang="en-US" sz="2000" dirty="0" err="1"/>
                        <a:t>yazarları</a:t>
                      </a:r>
                      <a:r>
                        <a:rPr lang="en-US" sz="2000" dirty="0"/>
                        <a:t> </a:t>
                      </a:r>
                      <a:r>
                        <a:rPr lang="en-US" sz="2000" dirty="0" err="1"/>
                        <a:t>ve</a:t>
                      </a:r>
                      <a:r>
                        <a:rPr lang="en-US" sz="2000" dirty="0"/>
                        <a:t> </a:t>
                      </a:r>
                      <a:r>
                        <a:rPr lang="en-US" sz="2000" dirty="0" err="1"/>
                        <a:t>ses</a:t>
                      </a:r>
                      <a:r>
                        <a:rPr lang="en-US" sz="2000" dirty="0"/>
                        <a:t> </a:t>
                      </a:r>
                      <a:r>
                        <a:rPr lang="en-US" sz="2000" dirty="0" err="1"/>
                        <a:t>kaydı</a:t>
                      </a:r>
                      <a:r>
                        <a:rPr lang="en-US" sz="2000" dirty="0"/>
                        <a:t> </a:t>
                      </a:r>
                      <a:r>
                        <a:rPr lang="en-US" sz="2000" dirty="0" err="1"/>
                        <a:t>yapımcıları</a:t>
                      </a:r>
                      <a:r>
                        <a:rPr lang="en-US" sz="2000" dirty="0"/>
                        <a:t>, </a:t>
                      </a:r>
                      <a:r>
                        <a:rPr lang="en-US" sz="2000" dirty="0" err="1"/>
                        <a:t>eserlerinin</a:t>
                      </a:r>
                      <a:r>
                        <a:rPr lang="en-US" sz="2000" dirty="0"/>
                        <a:t> </a:t>
                      </a:r>
                      <a:r>
                        <a:rPr lang="en-US" sz="2000" dirty="0" err="1"/>
                        <a:t>kamuya</a:t>
                      </a:r>
                      <a:r>
                        <a:rPr lang="en-US" sz="2000" dirty="0"/>
                        <a:t> </a:t>
                      </a:r>
                      <a:r>
                        <a:rPr lang="en-US" sz="2000" dirty="0" err="1"/>
                        <a:t>ticari</a:t>
                      </a:r>
                      <a:r>
                        <a:rPr lang="en-US" sz="2000" dirty="0"/>
                        <a:t> </a:t>
                      </a:r>
                      <a:r>
                        <a:rPr lang="en-US" sz="2000" dirty="0" err="1"/>
                        <a:t>olarak</a:t>
                      </a:r>
                      <a:r>
                        <a:rPr lang="en-US" sz="2000" dirty="0"/>
                        <a:t> </a:t>
                      </a:r>
                      <a:r>
                        <a:rPr lang="en-US" sz="2000" dirty="0" err="1"/>
                        <a:t>kiralanmasını</a:t>
                      </a:r>
                      <a:r>
                        <a:rPr lang="en-US" sz="2000" dirty="0"/>
                        <a:t> </a:t>
                      </a:r>
                      <a:r>
                        <a:rPr lang="en-US" sz="2000" dirty="0" err="1"/>
                        <a:t>yasaklama</a:t>
                      </a:r>
                      <a:r>
                        <a:rPr lang="en-US" sz="2000" dirty="0"/>
                        <a:t> </a:t>
                      </a:r>
                      <a:r>
                        <a:rPr lang="en-US" sz="2000" dirty="0" err="1"/>
                        <a:t>hakkına</a:t>
                      </a:r>
                      <a:r>
                        <a:rPr lang="en-US" sz="2000" dirty="0"/>
                        <a:t> </a:t>
                      </a:r>
                      <a:r>
                        <a:rPr lang="en-US" sz="2000" dirty="0" err="1"/>
                        <a:t>sahiptir</a:t>
                      </a:r>
                      <a:r>
                        <a:rPr lang="en-US" sz="2000" dirty="0"/>
                        <a:t>.</a:t>
                      </a:r>
                    </a:p>
                  </a:txBody>
                  <a:tcPr/>
                </a:tc>
                <a:extLst>
                  <a:ext uri="{0D108BD9-81ED-4DB2-BD59-A6C34878D82A}">
                    <a16:rowId xmlns:a16="http://schemas.microsoft.com/office/drawing/2014/main" val="4174400247"/>
                  </a:ext>
                </a:extLst>
              </a:tr>
              <a:tr h="370840">
                <a:tc>
                  <a:txBody>
                    <a:bodyPr/>
                    <a:lstStyle/>
                    <a:p>
                      <a:pPr>
                        <a:lnSpc>
                          <a:spcPct val="114000"/>
                        </a:lnSpc>
                      </a:pPr>
                      <a:r>
                        <a:rPr lang="en-US" sz="2000" dirty="0"/>
                        <a:t>Patent</a:t>
                      </a:r>
                    </a:p>
                  </a:txBody>
                  <a:tcPr/>
                </a:tc>
                <a:tc>
                  <a:txBody>
                    <a:bodyPr/>
                    <a:lstStyle/>
                    <a:p>
                      <a:pPr marL="285750" indent="-285750">
                        <a:lnSpc>
                          <a:spcPct val="114000"/>
                        </a:lnSpc>
                        <a:buFont typeface="Arial" panose="020B0604020202020204" pitchFamily="34" charset="0"/>
                        <a:buChar char="•"/>
                      </a:pPr>
                      <a:r>
                        <a:rPr lang="en-US" sz="2000" dirty="0"/>
                        <a:t>Patent </a:t>
                      </a:r>
                      <a:r>
                        <a:rPr lang="en-US" sz="2000" dirty="0" err="1"/>
                        <a:t>koruması</a:t>
                      </a:r>
                      <a:r>
                        <a:rPr lang="en-US" sz="2000" dirty="0"/>
                        <a:t>, </a:t>
                      </a:r>
                      <a:r>
                        <a:rPr lang="en-US" sz="2000" dirty="0" err="1"/>
                        <a:t>ister</a:t>
                      </a:r>
                      <a:r>
                        <a:rPr lang="en-US" sz="2000" dirty="0"/>
                        <a:t> </a:t>
                      </a:r>
                      <a:r>
                        <a:rPr lang="en-US" sz="2000" dirty="0" err="1"/>
                        <a:t>ürün</a:t>
                      </a:r>
                      <a:r>
                        <a:rPr lang="en-US" sz="2000" dirty="0"/>
                        <a:t> </a:t>
                      </a:r>
                      <a:r>
                        <a:rPr lang="en-US" sz="2000" dirty="0" err="1"/>
                        <a:t>ister</a:t>
                      </a:r>
                      <a:r>
                        <a:rPr lang="en-US" sz="2000" dirty="0"/>
                        <a:t> </a:t>
                      </a:r>
                      <a:r>
                        <a:rPr lang="en-US" sz="2000" dirty="0" err="1"/>
                        <a:t>süreç</a:t>
                      </a:r>
                      <a:r>
                        <a:rPr lang="en-US" sz="2000" dirty="0"/>
                        <a:t> </a:t>
                      </a:r>
                      <a:r>
                        <a:rPr lang="en-US" sz="2000" dirty="0" err="1"/>
                        <a:t>olsun</a:t>
                      </a:r>
                      <a:r>
                        <a:rPr lang="en-US" sz="2000" dirty="0"/>
                        <a:t>, </a:t>
                      </a:r>
                      <a:r>
                        <a:rPr lang="en-US" sz="2000" dirty="0" err="1"/>
                        <a:t>herhangi</a:t>
                      </a:r>
                      <a:r>
                        <a:rPr lang="en-US" sz="2000" dirty="0"/>
                        <a:t> </a:t>
                      </a:r>
                      <a:r>
                        <a:rPr lang="en-US" sz="2000" dirty="0" err="1"/>
                        <a:t>bir</a:t>
                      </a:r>
                      <a:r>
                        <a:rPr lang="en-US" sz="2000" dirty="0"/>
                        <a:t> </a:t>
                      </a:r>
                      <a:r>
                        <a:rPr lang="en-US" sz="2000" dirty="0" err="1"/>
                        <a:t>buluş</a:t>
                      </a:r>
                      <a:r>
                        <a:rPr lang="en-US" sz="2000" dirty="0"/>
                        <a:t> için </a:t>
                      </a:r>
                      <a:r>
                        <a:rPr lang="en-US" sz="2000" dirty="0" err="1"/>
                        <a:t>mevcuttur</a:t>
                      </a:r>
                      <a:r>
                        <a:rPr lang="en-US" sz="2000" dirty="0"/>
                        <a:t>.
</a:t>
                      </a:r>
                      <a:r>
                        <a:rPr lang="en-US" sz="2000" dirty="0" err="1"/>
                        <a:t>Buluş</a:t>
                      </a:r>
                      <a:r>
                        <a:rPr lang="en-US" sz="2000" dirty="0"/>
                        <a:t> </a:t>
                      </a:r>
                      <a:r>
                        <a:rPr lang="en-US" sz="2000" dirty="0" err="1"/>
                        <a:t>yerine</a:t>
                      </a:r>
                      <a:r>
                        <a:rPr lang="en-US" sz="2000" dirty="0"/>
                        <a:t> </a:t>
                      </a:r>
                      <a:r>
                        <a:rPr lang="en-US" sz="2000" dirty="0" err="1"/>
                        <a:t>göre</a:t>
                      </a:r>
                      <a:r>
                        <a:rPr lang="en-US" sz="2000" dirty="0"/>
                        <a:t> </a:t>
                      </a:r>
                      <a:r>
                        <a:rPr lang="en-US" sz="2000" dirty="0" err="1"/>
                        <a:t>ayrımcılığa</a:t>
                      </a:r>
                      <a:r>
                        <a:rPr lang="en-US" sz="2000" dirty="0"/>
                        <a:t> </a:t>
                      </a:r>
                      <a:r>
                        <a:rPr lang="en-US" sz="2000" dirty="0" err="1"/>
                        <a:t>izin</a:t>
                      </a:r>
                      <a:r>
                        <a:rPr lang="en-US" sz="2000" dirty="0"/>
                        <a:t> </a:t>
                      </a:r>
                      <a:r>
                        <a:rPr lang="en-US" sz="2000" dirty="0" err="1"/>
                        <a:t>verilmez</a:t>
                      </a:r>
                      <a:r>
                        <a:rPr lang="en-US" sz="2000" dirty="0"/>
                        <a:t>.</a:t>
                      </a:r>
                    </a:p>
                  </a:txBody>
                  <a:tcPr/>
                </a:tc>
                <a:extLst>
                  <a:ext uri="{0D108BD9-81ED-4DB2-BD59-A6C34878D82A}">
                    <a16:rowId xmlns:a16="http://schemas.microsoft.com/office/drawing/2014/main" val="1613171981"/>
                  </a:ext>
                </a:extLst>
              </a:tr>
              <a:tr h="370840">
                <a:tc>
                  <a:txBody>
                    <a:bodyPr/>
                    <a:lstStyle/>
                    <a:p>
                      <a:pPr>
                        <a:lnSpc>
                          <a:spcPct val="114000"/>
                        </a:lnSpc>
                      </a:pPr>
                      <a:r>
                        <a:rPr lang="en-US" sz="2000" dirty="0" err="1"/>
                        <a:t>Ticari</a:t>
                      </a:r>
                      <a:r>
                        <a:rPr lang="en-US" sz="2000" dirty="0"/>
                        <a:t> </a:t>
                      </a:r>
                      <a:r>
                        <a:rPr lang="en-US" sz="2000" dirty="0" err="1"/>
                        <a:t>sır</a:t>
                      </a:r>
                      <a:endParaRPr lang="en-US" sz="2000" dirty="0"/>
                    </a:p>
                  </a:txBody>
                  <a:tcPr/>
                </a:tc>
                <a:tc>
                  <a:txBody>
                    <a:bodyPr/>
                    <a:lstStyle/>
                    <a:p>
                      <a:pPr marL="285750" indent="-285750">
                        <a:lnSpc>
                          <a:spcPct val="114000"/>
                        </a:lnSpc>
                        <a:buFont typeface="Arial" panose="020B0604020202020204" pitchFamily="34" charset="0"/>
                        <a:buChar char="•"/>
                      </a:pPr>
                      <a:r>
                        <a:rPr lang="en-US" sz="2000" dirty="0" err="1"/>
                        <a:t>Ticari</a:t>
                      </a:r>
                      <a:r>
                        <a:rPr lang="en-US" sz="2000" dirty="0"/>
                        <a:t> </a:t>
                      </a:r>
                      <a:r>
                        <a:rPr lang="en-US" sz="2000" dirty="0" err="1"/>
                        <a:t>sırlar</a:t>
                      </a:r>
                      <a:r>
                        <a:rPr lang="en-US" sz="2000" dirty="0"/>
                        <a:t>, </a:t>
                      </a:r>
                      <a:r>
                        <a:rPr lang="en-US" sz="2000" dirty="0" err="1"/>
                        <a:t>güveni</a:t>
                      </a:r>
                      <a:r>
                        <a:rPr lang="en-US" sz="2000" dirty="0"/>
                        <a:t> </a:t>
                      </a:r>
                      <a:r>
                        <a:rPr lang="en-US" sz="2000" dirty="0" err="1"/>
                        <a:t>kötüye</a:t>
                      </a:r>
                      <a:r>
                        <a:rPr lang="en-US" sz="2000" dirty="0"/>
                        <a:t> </a:t>
                      </a:r>
                      <a:r>
                        <a:rPr lang="en-US" sz="2000" dirty="0" err="1"/>
                        <a:t>kullanma</a:t>
                      </a:r>
                      <a:r>
                        <a:rPr lang="en-US" sz="2000" dirty="0"/>
                        <a:t> </a:t>
                      </a:r>
                      <a:r>
                        <a:rPr lang="en-US" sz="2000" dirty="0" err="1"/>
                        <a:t>ve</a:t>
                      </a:r>
                      <a:r>
                        <a:rPr lang="en-US" sz="2000" dirty="0"/>
                        <a:t> </a:t>
                      </a:r>
                      <a:r>
                        <a:rPr lang="en-US" sz="2000" dirty="0" err="1"/>
                        <a:t>dürüst</a:t>
                      </a:r>
                      <a:r>
                        <a:rPr lang="en-US" sz="2000" dirty="0"/>
                        <a:t> </a:t>
                      </a:r>
                      <a:r>
                        <a:rPr lang="en-US" sz="2000" dirty="0" err="1"/>
                        <a:t>ticari</a:t>
                      </a:r>
                      <a:r>
                        <a:rPr lang="en-US" sz="2000" dirty="0"/>
                        <a:t> </a:t>
                      </a:r>
                      <a:r>
                        <a:rPr lang="en-US" sz="2000" dirty="0" err="1"/>
                        <a:t>uygulamalara</a:t>
                      </a:r>
                      <a:r>
                        <a:rPr lang="en-US" sz="2000" dirty="0"/>
                        <a:t> </a:t>
                      </a:r>
                      <a:r>
                        <a:rPr lang="en-US" sz="2000" dirty="0" err="1"/>
                        <a:t>aykırı</a:t>
                      </a:r>
                      <a:r>
                        <a:rPr lang="en-US" sz="2000" dirty="0"/>
                        <a:t> </a:t>
                      </a:r>
                      <a:r>
                        <a:rPr lang="en-US" sz="2000" dirty="0" err="1"/>
                        <a:t>diğer</a:t>
                      </a:r>
                      <a:r>
                        <a:rPr lang="en-US" sz="2000" dirty="0"/>
                        <a:t> </a:t>
                      </a:r>
                      <a:r>
                        <a:rPr lang="en-US" sz="2000" dirty="0" err="1"/>
                        <a:t>eylemlere</a:t>
                      </a:r>
                      <a:r>
                        <a:rPr lang="en-US" sz="2000" dirty="0"/>
                        <a:t> </a:t>
                      </a:r>
                      <a:r>
                        <a:rPr lang="en-US" sz="2000" dirty="0" err="1"/>
                        <a:t>karşı</a:t>
                      </a:r>
                      <a:r>
                        <a:rPr lang="en-US" sz="2000" dirty="0"/>
                        <a:t> </a:t>
                      </a:r>
                      <a:r>
                        <a:rPr lang="en-US" sz="2000" dirty="0" err="1"/>
                        <a:t>korunmalıdır</a:t>
                      </a:r>
                      <a:r>
                        <a:rPr lang="en-US" sz="2000" dirty="0"/>
                        <a:t>.</a:t>
                      </a:r>
                    </a:p>
                  </a:txBody>
                  <a:tcPr/>
                </a:tc>
                <a:extLst>
                  <a:ext uri="{0D108BD9-81ED-4DB2-BD59-A6C34878D82A}">
                    <a16:rowId xmlns:a16="http://schemas.microsoft.com/office/drawing/2014/main" val="1163657871"/>
                  </a:ext>
                </a:extLst>
              </a:tr>
            </a:tbl>
          </a:graphicData>
        </a:graphic>
      </p:graphicFrame>
      <p:sp>
        <p:nvSpPr>
          <p:cNvPr id="3" name="Title 2"/>
          <p:cNvSpPr>
            <a:spLocks noGrp="1"/>
          </p:cNvSpPr>
          <p:nvPr>
            <p:ph type="title"/>
          </p:nvPr>
        </p:nvSpPr>
        <p:spPr>
          <a:xfrm>
            <a:off x="762000" y="290459"/>
            <a:ext cx="8026400" cy="527837"/>
          </a:xfrm>
        </p:spPr>
        <p:txBody>
          <a:bodyPr/>
          <a:lstStyle/>
          <a:p>
            <a:r>
              <a:rPr lang="en-US" sz="4000" dirty="0" err="1"/>
              <a:t>Telif</a:t>
            </a:r>
            <a:r>
              <a:rPr lang="en-US" sz="4000" dirty="0"/>
              <a:t> </a:t>
            </a:r>
            <a:r>
              <a:rPr lang="en-US" sz="4000" dirty="0" err="1"/>
              <a:t>Hakkı</a:t>
            </a:r>
            <a:r>
              <a:rPr lang="en-US" sz="4000" dirty="0"/>
              <a:t>, </a:t>
            </a:r>
            <a:r>
              <a:rPr lang="en-US" sz="4000" dirty="0" err="1"/>
              <a:t>Bölüm</a:t>
            </a:r>
            <a:r>
              <a:rPr lang="en-US" sz="4000" dirty="0"/>
              <a:t> 5</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66264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4438138"/>
          </a:xfrm>
        </p:spPr>
        <p:txBody>
          <a:bodyPr/>
          <a:lstStyle/>
          <a:p>
            <a:pPr marL="171450" lvl="1" defTabSz="755650">
              <a:lnSpc>
                <a:spcPct val="90000"/>
              </a:lnSpc>
              <a:spcBef>
                <a:spcPct val="0"/>
              </a:spcBef>
              <a:spcAft>
                <a:spcPct val="20000"/>
              </a:spcAft>
              <a:buClr>
                <a:schemeClr val="accent2"/>
              </a:buClr>
              <a:buChar char="••"/>
            </a:pPr>
            <a:r>
              <a:rPr lang="en-US" sz="2800" dirty="0" err="1"/>
              <a:t>Dijital</a:t>
            </a:r>
            <a:r>
              <a:rPr lang="en-US" sz="2800" dirty="0"/>
              <a:t> </a:t>
            </a:r>
            <a:r>
              <a:rPr lang="en-US" sz="2800" dirty="0" err="1"/>
              <a:t>Binyıl</a:t>
            </a:r>
            <a:r>
              <a:rPr lang="en-US" sz="2800" dirty="0"/>
              <a:t> </a:t>
            </a:r>
            <a:r>
              <a:rPr lang="en-US" sz="2800" dirty="0" err="1"/>
              <a:t>Telif</a:t>
            </a:r>
            <a:r>
              <a:rPr lang="en-US" sz="2800" dirty="0"/>
              <a:t> </a:t>
            </a:r>
            <a:r>
              <a:rPr lang="en-US" sz="2800" dirty="0" err="1"/>
              <a:t>Hakkı</a:t>
            </a:r>
            <a:r>
              <a:rPr lang="en-US" sz="2800" dirty="0"/>
              <a:t> </a:t>
            </a:r>
            <a:r>
              <a:rPr lang="en-US" sz="2800" dirty="0" err="1"/>
              <a:t>Yasası</a:t>
            </a:r>
            <a:r>
              <a:rPr lang="en-US" sz="2800" dirty="0"/>
              <a:t> (1998): WIPO </a:t>
            </a:r>
            <a:r>
              <a:rPr lang="en-US" sz="2800" dirty="0" err="1"/>
              <a:t>Telif</a:t>
            </a:r>
            <a:r>
              <a:rPr lang="en-US" sz="2800" dirty="0"/>
              <a:t> </a:t>
            </a:r>
            <a:r>
              <a:rPr lang="en-US" sz="2800" dirty="0" err="1"/>
              <a:t>Hakkı</a:t>
            </a:r>
            <a:r>
              <a:rPr lang="en-US" sz="2800" dirty="0"/>
              <a:t> </a:t>
            </a:r>
            <a:r>
              <a:rPr lang="en-US" sz="2800" dirty="0" err="1"/>
              <a:t>Antlaşması</a:t>
            </a:r>
            <a:r>
              <a:rPr lang="en-US" sz="2800" dirty="0"/>
              <a:t> </a:t>
            </a:r>
            <a:r>
              <a:rPr lang="en-US" sz="2800" dirty="0" err="1"/>
              <a:t>ve</a:t>
            </a:r>
            <a:r>
              <a:rPr lang="en-US" sz="2800" dirty="0"/>
              <a:t> WIPO </a:t>
            </a:r>
            <a:r>
              <a:rPr lang="en-US" sz="2800" dirty="0" err="1"/>
              <a:t>Performanslar</a:t>
            </a:r>
            <a:r>
              <a:rPr lang="en-US" sz="2800" dirty="0"/>
              <a:t> </a:t>
            </a:r>
            <a:r>
              <a:rPr lang="en-US" sz="2800" dirty="0" err="1"/>
              <a:t>ve</a:t>
            </a:r>
            <a:r>
              <a:rPr lang="en-US" sz="2800" dirty="0"/>
              <a:t> </a:t>
            </a:r>
            <a:r>
              <a:rPr lang="en-US" sz="2800" dirty="0" err="1"/>
              <a:t>Fonogramlar</a:t>
            </a:r>
            <a:r>
              <a:rPr lang="en-US" sz="2800" dirty="0"/>
              <a:t> </a:t>
            </a:r>
            <a:r>
              <a:rPr lang="en-US" sz="2800" dirty="0" err="1"/>
              <a:t>Antlaşması'nı</a:t>
            </a:r>
            <a:r>
              <a:rPr lang="en-US" sz="2800" dirty="0"/>
              <a:t> </a:t>
            </a:r>
            <a:r>
              <a:rPr lang="en-US" sz="2800" dirty="0" err="1"/>
              <a:t>uygular</a:t>
            </a:r>
            <a:r>
              <a:rPr lang="en-US" sz="2800" dirty="0"/>
              <a:t>
</a:t>
            </a:r>
            <a:r>
              <a:rPr lang="en-US" sz="2800" dirty="0" err="1"/>
              <a:t>Geleneksel</a:t>
            </a:r>
            <a:r>
              <a:rPr lang="en-US" sz="2800" dirty="0"/>
              <a:t> </a:t>
            </a:r>
            <a:r>
              <a:rPr lang="en-US" sz="2800" dirty="0" err="1"/>
              <a:t>telif</a:t>
            </a:r>
            <a:r>
              <a:rPr lang="en-US" sz="2800" dirty="0"/>
              <a:t> </a:t>
            </a:r>
            <a:r>
              <a:rPr lang="en-US" sz="2800" dirty="0" err="1"/>
              <a:t>hakkı</a:t>
            </a:r>
            <a:r>
              <a:rPr lang="en-US" sz="2800" dirty="0"/>
              <a:t> </a:t>
            </a:r>
            <a:r>
              <a:rPr lang="en-US" sz="2800" dirty="0" err="1"/>
              <a:t>yasasının</a:t>
            </a:r>
            <a:r>
              <a:rPr lang="en-US" sz="2800" dirty="0"/>
              <a:t> </a:t>
            </a:r>
            <a:r>
              <a:rPr lang="en-US" sz="2800" dirty="0" err="1"/>
              <a:t>aksine</a:t>
            </a:r>
            <a:r>
              <a:rPr lang="en-US" sz="2800" dirty="0"/>
              <a:t>, DMCA </a:t>
            </a:r>
            <a:r>
              <a:rPr lang="en-US" sz="2800" dirty="0" err="1"/>
              <a:t>kopyalamayı</a:t>
            </a:r>
            <a:r>
              <a:rPr lang="en-US" sz="2800" dirty="0"/>
              <a:t> </a:t>
            </a:r>
            <a:r>
              <a:rPr lang="en-US" sz="2800" dirty="0" err="1"/>
              <a:t>yönetmez</a:t>
            </a:r>
            <a:r>
              <a:rPr lang="en-US" sz="2800" dirty="0"/>
              <a:t>; </a:t>
            </a:r>
            <a:r>
              <a:rPr lang="en-US" sz="2800" dirty="0" err="1"/>
              <a:t>Telif</a:t>
            </a:r>
            <a:r>
              <a:rPr lang="en-US" sz="2800" dirty="0"/>
              <a:t> </a:t>
            </a:r>
            <a:r>
              <a:rPr lang="en-US" sz="2800" dirty="0" err="1"/>
              <a:t>hakkı</a:t>
            </a:r>
            <a:r>
              <a:rPr lang="en-US" sz="2800" dirty="0"/>
              <a:t> </a:t>
            </a:r>
            <a:r>
              <a:rPr lang="en-US" sz="2800" dirty="0" err="1"/>
              <a:t>ihlali</a:t>
            </a:r>
            <a:r>
              <a:rPr lang="en-US" sz="2800" dirty="0"/>
              <a:t> için </a:t>
            </a:r>
            <a:r>
              <a:rPr lang="en-US" sz="2800" dirty="0" err="1"/>
              <a:t>kullanılabilecek</a:t>
            </a:r>
            <a:r>
              <a:rPr lang="en-US" sz="2800" dirty="0"/>
              <a:t> </a:t>
            </a:r>
            <a:r>
              <a:rPr lang="en-US" sz="2800" dirty="0" err="1"/>
              <a:t>araçların</a:t>
            </a:r>
            <a:r>
              <a:rPr lang="en-US" sz="2800" dirty="0"/>
              <a:t> </a:t>
            </a:r>
            <a:r>
              <a:rPr lang="en-US" sz="2800" dirty="0" err="1"/>
              <a:t>ve</a:t>
            </a:r>
            <a:r>
              <a:rPr lang="en-US" sz="2800" dirty="0"/>
              <a:t> </a:t>
            </a:r>
            <a:r>
              <a:rPr lang="en-US" sz="2800" dirty="0" err="1"/>
              <a:t>yazılımların</a:t>
            </a:r>
            <a:r>
              <a:rPr lang="en-US" sz="2800" dirty="0"/>
              <a:t> </a:t>
            </a:r>
            <a:r>
              <a:rPr lang="en-US" sz="2800" dirty="0" err="1"/>
              <a:t>dağıtımına</a:t>
            </a:r>
            <a:r>
              <a:rPr lang="en-US" sz="2800" dirty="0"/>
              <a:t> </a:t>
            </a:r>
            <a:r>
              <a:rPr lang="en-US" sz="2800" dirty="0" err="1"/>
              <a:t>odaklanır</a:t>
            </a:r>
            <a:r>
              <a:rPr lang="en-US" sz="2800" dirty="0"/>
              <a:t>. 
DMCA, </a:t>
            </a:r>
            <a:r>
              <a:rPr lang="en-US" sz="2800" dirty="0" err="1"/>
              <a:t>telif</a:t>
            </a:r>
            <a:r>
              <a:rPr lang="en-US" sz="2800" dirty="0"/>
              <a:t> </a:t>
            </a:r>
            <a:r>
              <a:rPr lang="en-US" sz="2800" dirty="0" err="1"/>
              <a:t>hakkı</a:t>
            </a:r>
            <a:r>
              <a:rPr lang="en-US" sz="2800" dirty="0"/>
              <a:t> </a:t>
            </a:r>
            <a:r>
              <a:rPr lang="en-US" sz="2800" dirty="0" err="1"/>
              <a:t>koruma</a:t>
            </a:r>
            <a:r>
              <a:rPr lang="en-US" sz="2800" dirty="0"/>
              <a:t> </a:t>
            </a:r>
            <a:r>
              <a:rPr lang="en-US" sz="2800" dirty="0" err="1"/>
              <a:t>cihazlarını</a:t>
            </a:r>
            <a:r>
              <a:rPr lang="en-US" sz="2800" dirty="0"/>
              <a:t> </a:t>
            </a:r>
            <a:r>
              <a:rPr lang="en-US" sz="2800" dirty="0" err="1"/>
              <a:t>yenebilecek</a:t>
            </a:r>
            <a:r>
              <a:rPr lang="en-US" sz="2800" dirty="0"/>
              <a:t> </a:t>
            </a:r>
            <a:r>
              <a:rPr lang="en-US" sz="2800" dirty="0" err="1"/>
              <a:t>teknolojileri</a:t>
            </a:r>
            <a:r>
              <a:rPr lang="en-US" sz="2800" dirty="0"/>
              <a:t> </a:t>
            </a:r>
            <a:r>
              <a:rPr lang="en-US" sz="2800" dirty="0" err="1"/>
              <a:t>açıkça</a:t>
            </a:r>
            <a:r>
              <a:rPr lang="en-US" sz="2800" dirty="0"/>
              <a:t> </a:t>
            </a:r>
            <a:r>
              <a:rPr lang="en-US" sz="2800" dirty="0" err="1"/>
              <a:t>yasaklar</a:t>
            </a:r>
            <a:r>
              <a:rPr lang="en-US" sz="2800" dirty="0"/>
              <a:t>, </a:t>
            </a:r>
            <a:r>
              <a:rPr lang="en-US" sz="2800" dirty="0" err="1"/>
              <a:t>ancak</a:t>
            </a:r>
            <a:r>
              <a:rPr lang="en-US" sz="2800" dirty="0"/>
              <a:t> </a:t>
            </a:r>
            <a:r>
              <a:rPr lang="en-US" sz="2800" dirty="0" err="1"/>
              <a:t>şifreleme</a:t>
            </a:r>
            <a:r>
              <a:rPr lang="en-US" sz="2800" dirty="0"/>
              <a:t>, </a:t>
            </a:r>
            <a:r>
              <a:rPr lang="en-US" sz="2800" dirty="0" err="1"/>
              <a:t>birlikte</a:t>
            </a:r>
            <a:r>
              <a:rPr lang="en-US" sz="2800" dirty="0"/>
              <a:t> </a:t>
            </a:r>
            <a:r>
              <a:rPr lang="en-US" sz="2800" dirty="0" err="1"/>
              <a:t>çalışabilirlik</a:t>
            </a:r>
            <a:r>
              <a:rPr lang="en-US" sz="2800" dirty="0"/>
              <a:t> </a:t>
            </a:r>
            <a:r>
              <a:rPr lang="en-US" sz="2800" dirty="0" err="1"/>
              <a:t>ve</a:t>
            </a:r>
            <a:r>
              <a:rPr lang="en-US" sz="2800" dirty="0"/>
              <a:t> </a:t>
            </a:r>
            <a:r>
              <a:rPr lang="en-US" sz="2800" dirty="0" err="1"/>
              <a:t>bilgisayar</a:t>
            </a:r>
            <a:r>
              <a:rPr lang="en-US" sz="2800" dirty="0"/>
              <a:t> </a:t>
            </a:r>
            <a:r>
              <a:rPr lang="en-US" sz="2800" dirty="0" err="1"/>
              <a:t>güvenliği</a:t>
            </a:r>
            <a:r>
              <a:rPr lang="en-US" sz="2800" dirty="0"/>
              <a:t> </a:t>
            </a:r>
            <a:r>
              <a:rPr lang="en-US" sz="2800" dirty="0" err="1"/>
              <a:t>araştırmaları</a:t>
            </a:r>
            <a:r>
              <a:rPr lang="en-US" sz="2800" dirty="0"/>
              <a:t> için </a:t>
            </a:r>
            <a:r>
              <a:rPr lang="en-US" sz="2800" dirty="0" err="1"/>
              <a:t>tersine</a:t>
            </a:r>
            <a:r>
              <a:rPr lang="en-US" sz="2800" dirty="0"/>
              <a:t> </a:t>
            </a:r>
            <a:r>
              <a:rPr lang="en-US" sz="2800" dirty="0" err="1"/>
              <a:t>mühendisliğe</a:t>
            </a:r>
            <a:r>
              <a:rPr lang="en-US" sz="2800" dirty="0"/>
              <a:t> </a:t>
            </a:r>
            <a:r>
              <a:rPr lang="en-US" sz="2800" dirty="0" err="1"/>
              <a:t>izin</a:t>
            </a:r>
            <a:r>
              <a:rPr lang="en-US" sz="2800" dirty="0"/>
              <a:t> </a:t>
            </a:r>
            <a:r>
              <a:rPr lang="en-US" sz="2800" dirty="0" err="1"/>
              <a:t>verir</a:t>
            </a:r>
            <a:r>
              <a:rPr lang="en-US" sz="2800" dirty="0"/>
              <a:t>.</a:t>
            </a:r>
            <a:endParaRPr lang="en-CA" sz="2400" dirty="0"/>
          </a:p>
        </p:txBody>
      </p:sp>
      <p:sp>
        <p:nvSpPr>
          <p:cNvPr id="3" name="Title 2"/>
          <p:cNvSpPr>
            <a:spLocks noGrp="1"/>
          </p:cNvSpPr>
          <p:nvPr>
            <p:ph type="title"/>
          </p:nvPr>
        </p:nvSpPr>
        <p:spPr>
          <a:xfrm>
            <a:off x="762000" y="290459"/>
            <a:ext cx="8026400" cy="527837"/>
          </a:xfrm>
        </p:spPr>
        <p:txBody>
          <a:bodyPr/>
          <a:lstStyle/>
          <a:p>
            <a:r>
              <a:rPr lang="en-US" sz="4000" dirty="0" err="1"/>
              <a:t>Telif</a:t>
            </a:r>
            <a:r>
              <a:rPr lang="en-US" sz="4000" dirty="0"/>
              <a:t> </a:t>
            </a:r>
            <a:r>
              <a:rPr lang="en-US" sz="4000" dirty="0" err="1"/>
              <a:t>Hakkı</a:t>
            </a:r>
            <a:r>
              <a:rPr lang="en-US" sz="4000" dirty="0"/>
              <a:t>, </a:t>
            </a:r>
            <a:r>
              <a:rPr lang="en-US" sz="4000" dirty="0" err="1"/>
              <a:t>Bölüm</a:t>
            </a:r>
            <a:r>
              <a:rPr lang="en-US" sz="4000" dirty="0"/>
              <a:t> 6</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52590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4895186"/>
          </a:xfrm>
        </p:spPr>
        <p:txBody>
          <a:bodyPr/>
          <a:lstStyle/>
          <a:p>
            <a:pPr lvl="1"/>
            <a:r>
              <a:rPr lang="en-US" sz="2200" dirty="0"/>
              <a:t>Patent: ABD Patent </a:t>
            </a:r>
            <a:r>
              <a:rPr lang="en-US" sz="2200" dirty="0" err="1"/>
              <a:t>ve</a:t>
            </a:r>
            <a:r>
              <a:rPr lang="en-US" sz="2200" dirty="0"/>
              <a:t> </a:t>
            </a:r>
            <a:r>
              <a:rPr lang="en-US" sz="2200" dirty="0" err="1"/>
              <a:t>Ticari</a:t>
            </a:r>
            <a:r>
              <a:rPr lang="en-US" sz="2200" dirty="0"/>
              <a:t> </a:t>
            </a:r>
            <a:r>
              <a:rPr lang="en-US" sz="2200" dirty="0" err="1"/>
              <a:t>Marka</a:t>
            </a:r>
            <a:r>
              <a:rPr lang="en-US" sz="2200" dirty="0"/>
              <a:t> </a:t>
            </a:r>
            <a:r>
              <a:rPr lang="en-US" sz="2200" dirty="0" err="1"/>
              <a:t>Ofisi</a:t>
            </a:r>
            <a:r>
              <a:rPr lang="en-US" sz="2200" dirty="0"/>
              <a:t> (USPTO) </a:t>
            </a:r>
            <a:r>
              <a:rPr lang="en-US" sz="2200" dirty="0" err="1"/>
              <a:t>tarafından</a:t>
            </a:r>
            <a:r>
              <a:rPr lang="en-US" sz="2200" dirty="0"/>
              <a:t> </a:t>
            </a:r>
            <a:r>
              <a:rPr lang="en-US" sz="2200" dirty="0" err="1"/>
              <a:t>bir</a:t>
            </a:r>
            <a:r>
              <a:rPr lang="en-US" sz="2200" dirty="0"/>
              <a:t> </a:t>
            </a:r>
            <a:r>
              <a:rPr lang="en-US" sz="2200" dirty="0" err="1"/>
              <a:t>buluş</a:t>
            </a:r>
            <a:r>
              <a:rPr lang="en-US" sz="2200" dirty="0"/>
              <a:t> </a:t>
            </a:r>
            <a:r>
              <a:rPr lang="en-US" sz="2200" dirty="0" err="1"/>
              <a:t>sahibine</a:t>
            </a:r>
            <a:r>
              <a:rPr lang="en-US" sz="2200" dirty="0"/>
              <a:t> </a:t>
            </a:r>
            <a:r>
              <a:rPr lang="en-US" sz="2200" dirty="0" err="1"/>
              <a:t>verilen</a:t>
            </a:r>
            <a:r>
              <a:rPr lang="en-US" sz="2200" dirty="0"/>
              <a:t> </a:t>
            </a:r>
            <a:r>
              <a:rPr lang="en-US" sz="2200" dirty="0" err="1"/>
              <a:t>bir</a:t>
            </a:r>
            <a:r>
              <a:rPr lang="en-US" sz="2200" dirty="0"/>
              <a:t> </a:t>
            </a:r>
            <a:r>
              <a:rPr lang="en-US" sz="2200" dirty="0" err="1"/>
              <a:t>mülkiyet</a:t>
            </a:r>
            <a:r>
              <a:rPr lang="en-US" sz="2200" dirty="0"/>
              <a:t> </a:t>
            </a:r>
            <a:r>
              <a:rPr lang="en-US" sz="2200" dirty="0" err="1"/>
              <a:t>hakkının</a:t>
            </a:r>
            <a:r>
              <a:rPr lang="en-US" sz="2200" dirty="0"/>
              <a:t> </a:t>
            </a:r>
            <a:r>
              <a:rPr lang="en-US" sz="2200" dirty="0" err="1"/>
              <a:t>verilmesi</a:t>
            </a:r>
            <a:r>
              <a:rPr lang="en-US" sz="2200" dirty="0"/>
              <a:t>
</a:t>
            </a:r>
            <a:r>
              <a:rPr lang="en-US" sz="2200" dirty="0" err="1"/>
              <a:t>Sahibinin</a:t>
            </a:r>
            <a:r>
              <a:rPr lang="en-US" sz="2200" dirty="0"/>
              <a:t>, </a:t>
            </a:r>
            <a:r>
              <a:rPr lang="en-US" sz="2200" dirty="0" err="1"/>
              <a:t>korunan</a:t>
            </a:r>
            <a:r>
              <a:rPr lang="en-US" sz="2200" dirty="0"/>
              <a:t> </a:t>
            </a:r>
            <a:r>
              <a:rPr lang="en-US" sz="2200" dirty="0" err="1"/>
              <a:t>bir</a:t>
            </a:r>
            <a:r>
              <a:rPr lang="en-US" sz="2200" dirty="0"/>
              <a:t> </a:t>
            </a:r>
            <a:r>
              <a:rPr lang="en-US" sz="2200" dirty="0" err="1"/>
              <a:t>buluşu</a:t>
            </a:r>
            <a:r>
              <a:rPr lang="en-US" sz="2200" dirty="0"/>
              <a:t> </a:t>
            </a:r>
            <a:r>
              <a:rPr lang="en-US" sz="2200" dirty="0" err="1"/>
              <a:t>yapmaktan</a:t>
            </a:r>
            <a:r>
              <a:rPr lang="en-US" sz="2200" dirty="0"/>
              <a:t>, </a:t>
            </a:r>
            <a:r>
              <a:rPr lang="en-US" sz="2200" dirty="0" err="1"/>
              <a:t>kullanmaktan</a:t>
            </a:r>
            <a:r>
              <a:rPr lang="en-US" sz="2200" dirty="0"/>
              <a:t> </a:t>
            </a:r>
            <a:r>
              <a:rPr lang="en-US" sz="2200" dirty="0" err="1"/>
              <a:t>veya</a:t>
            </a:r>
            <a:r>
              <a:rPr lang="en-US" sz="2200" dirty="0"/>
              <a:t> </a:t>
            </a:r>
            <a:r>
              <a:rPr lang="en-US" sz="2200" dirty="0" err="1"/>
              <a:t>satmaktan</a:t>
            </a:r>
            <a:r>
              <a:rPr lang="en-US" sz="2200" dirty="0"/>
              <a:t> </a:t>
            </a:r>
            <a:r>
              <a:rPr lang="en-US" sz="2200" dirty="0" err="1"/>
              <a:t>halkı</a:t>
            </a:r>
            <a:r>
              <a:rPr lang="en-US" sz="2200" dirty="0"/>
              <a:t> </a:t>
            </a:r>
            <a:r>
              <a:rPr lang="en-US" sz="2200" dirty="0" err="1"/>
              <a:t>dışlamasına</a:t>
            </a:r>
            <a:r>
              <a:rPr lang="en-US" sz="2200" dirty="0"/>
              <a:t> </a:t>
            </a:r>
            <a:r>
              <a:rPr lang="en-US" sz="2200" dirty="0" err="1"/>
              <a:t>izin</a:t>
            </a:r>
            <a:r>
              <a:rPr lang="en-US" sz="2200" dirty="0"/>
              <a:t> </a:t>
            </a:r>
            <a:r>
              <a:rPr lang="en-US" sz="2200" dirty="0" err="1"/>
              <a:t>verir</a:t>
            </a:r>
            <a:r>
              <a:rPr lang="en-US" sz="2200" dirty="0"/>
              <a:t>
</a:t>
            </a:r>
            <a:r>
              <a:rPr lang="en-US" sz="2200" dirty="0" err="1"/>
              <a:t>Bağımsız</a:t>
            </a:r>
            <a:r>
              <a:rPr lang="en-US" sz="2200" dirty="0"/>
              <a:t> </a:t>
            </a:r>
            <a:r>
              <a:rPr lang="en-US" sz="2200" dirty="0" err="1"/>
              <a:t>oluşturmayı</a:t>
            </a:r>
            <a:r>
              <a:rPr lang="en-US" sz="2200" dirty="0"/>
              <a:t> </a:t>
            </a:r>
            <a:r>
              <a:rPr lang="en-US" sz="2200" dirty="0" err="1"/>
              <a:t>ve</a:t>
            </a:r>
            <a:r>
              <a:rPr lang="en-US" sz="2200" dirty="0"/>
              <a:t> </a:t>
            </a:r>
            <a:r>
              <a:rPr lang="en-US" sz="2200" dirty="0" err="1"/>
              <a:t>kopyalamayı</a:t>
            </a:r>
            <a:r>
              <a:rPr lang="en-US" sz="2200" dirty="0"/>
              <a:t> </a:t>
            </a:r>
            <a:r>
              <a:rPr lang="en-US" sz="2200" dirty="0" err="1"/>
              <a:t>önler</a:t>
            </a:r>
            <a:r>
              <a:rPr lang="en-US" sz="2200" dirty="0"/>
              <a:t>
Bir patent </a:t>
            </a:r>
            <a:r>
              <a:rPr lang="en-US" sz="2200" dirty="0" err="1"/>
              <a:t>vermeden</a:t>
            </a:r>
            <a:r>
              <a:rPr lang="en-US" sz="2200" dirty="0"/>
              <a:t> </a:t>
            </a:r>
            <a:r>
              <a:rPr lang="en-US" sz="2200" dirty="0" err="1"/>
              <a:t>önce</a:t>
            </a:r>
            <a:r>
              <a:rPr lang="en-US" sz="2200" dirty="0"/>
              <a:t>, USPTO </a:t>
            </a:r>
            <a:r>
              <a:rPr lang="en-US" sz="2200" dirty="0" err="1"/>
              <a:t>önceki</a:t>
            </a:r>
            <a:r>
              <a:rPr lang="en-US" sz="2200" dirty="0"/>
              <a:t> </a:t>
            </a:r>
            <a:r>
              <a:rPr lang="en-US" sz="2200" dirty="0" err="1"/>
              <a:t>tekniği</a:t>
            </a:r>
            <a:r>
              <a:rPr lang="en-US" sz="2200" dirty="0"/>
              <a:t> </a:t>
            </a:r>
            <a:r>
              <a:rPr lang="en-US" sz="2200" dirty="0" err="1"/>
              <a:t>araştırır</a:t>
            </a:r>
            <a:r>
              <a:rPr lang="en-US" sz="2200" dirty="0"/>
              <a:t> (</a:t>
            </a:r>
            <a:r>
              <a:rPr lang="en-US" sz="2200" dirty="0" err="1"/>
              <a:t>mevcut</a:t>
            </a:r>
            <a:r>
              <a:rPr lang="en-US" sz="2200" dirty="0"/>
              <a:t> </a:t>
            </a:r>
            <a:r>
              <a:rPr lang="en-US" sz="2200" dirty="0" err="1"/>
              <a:t>patentler</a:t>
            </a:r>
            <a:r>
              <a:rPr lang="en-US" sz="2200" dirty="0"/>
              <a:t> </a:t>
            </a:r>
            <a:r>
              <a:rPr lang="en-US" sz="2200" dirty="0" err="1"/>
              <a:t>ve</a:t>
            </a:r>
            <a:r>
              <a:rPr lang="en-US" sz="2200" dirty="0"/>
              <a:t> </a:t>
            </a:r>
            <a:r>
              <a:rPr lang="en-US" sz="2200" dirty="0" err="1"/>
              <a:t>yayınlanmış</a:t>
            </a:r>
            <a:r>
              <a:rPr lang="en-US" sz="2200" dirty="0"/>
              <a:t> </a:t>
            </a:r>
            <a:r>
              <a:rPr lang="en-US" sz="2200" dirty="0" err="1"/>
              <a:t>materyaller</a:t>
            </a:r>
            <a:r>
              <a:rPr lang="en-US" sz="2200" dirty="0"/>
              <a:t> de </a:t>
            </a:r>
            <a:r>
              <a:rPr lang="en-US" sz="2200" dirty="0" err="1"/>
              <a:t>dahil</a:t>
            </a:r>
            <a:r>
              <a:rPr lang="en-US" sz="2200" dirty="0"/>
              <a:t> </a:t>
            </a:r>
            <a:r>
              <a:rPr lang="en-US" sz="2200" dirty="0" err="1"/>
              <a:t>olmak</a:t>
            </a:r>
            <a:r>
              <a:rPr lang="en-US" sz="2200" dirty="0"/>
              <a:t> </a:t>
            </a:r>
            <a:r>
              <a:rPr lang="en-US" sz="2200" dirty="0" err="1"/>
              <a:t>üzere</a:t>
            </a:r>
            <a:r>
              <a:rPr lang="en-US" sz="2200" dirty="0"/>
              <a:t>, </a:t>
            </a:r>
            <a:r>
              <a:rPr lang="en-US" sz="2200" dirty="0" err="1"/>
              <a:t>teknikte</a:t>
            </a:r>
            <a:r>
              <a:rPr lang="en-US" sz="2200" dirty="0"/>
              <a:t> </a:t>
            </a:r>
            <a:r>
              <a:rPr lang="en-US" sz="2200" dirty="0" err="1"/>
              <a:t>sıradan</a:t>
            </a:r>
            <a:r>
              <a:rPr lang="en-US" sz="2200" dirty="0"/>
              <a:t> </a:t>
            </a:r>
            <a:r>
              <a:rPr lang="en-US" sz="2200" dirty="0" err="1"/>
              <a:t>bir</a:t>
            </a:r>
            <a:r>
              <a:rPr lang="en-US" sz="2200" dirty="0"/>
              <a:t> </a:t>
            </a:r>
            <a:r>
              <a:rPr lang="en-US" sz="2200" dirty="0" err="1"/>
              <a:t>beceriye</a:t>
            </a:r>
            <a:r>
              <a:rPr lang="en-US" sz="2200" dirty="0"/>
              <a:t> </a:t>
            </a:r>
            <a:r>
              <a:rPr lang="en-US" sz="2200" dirty="0" err="1"/>
              <a:t>sahip</a:t>
            </a:r>
            <a:r>
              <a:rPr lang="en-US" sz="2200" dirty="0"/>
              <a:t> </a:t>
            </a:r>
            <a:r>
              <a:rPr lang="en-US" sz="2200" dirty="0" err="1"/>
              <a:t>bir</a:t>
            </a:r>
            <a:r>
              <a:rPr lang="en-US" sz="2200" dirty="0"/>
              <a:t> </a:t>
            </a:r>
            <a:r>
              <a:rPr lang="en-US" sz="2200" dirty="0" err="1"/>
              <a:t>kişi</a:t>
            </a:r>
            <a:r>
              <a:rPr lang="en-US" sz="2200" dirty="0"/>
              <a:t> için </a:t>
            </a:r>
            <a:r>
              <a:rPr lang="en-US" sz="2200" dirty="0" err="1"/>
              <a:t>mevcut</a:t>
            </a:r>
            <a:r>
              <a:rPr lang="en-US" sz="2200" dirty="0"/>
              <a:t> </a:t>
            </a:r>
            <a:r>
              <a:rPr lang="en-US" sz="2200" dirty="0" err="1"/>
              <a:t>olan</a:t>
            </a:r>
            <a:r>
              <a:rPr lang="en-US" sz="2200" dirty="0"/>
              <a:t> </a:t>
            </a:r>
            <a:r>
              <a:rPr lang="en-US" sz="2200" dirty="0" err="1"/>
              <a:t>mevcut</a:t>
            </a:r>
            <a:r>
              <a:rPr lang="en-US" sz="2200" dirty="0"/>
              <a:t> </a:t>
            </a:r>
            <a:r>
              <a:rPr lang="en-US" sz="2200" dirty="0" err="1"/>
              <a:t>bilgi</a:t>
            </a:r>
            <a:r>
              <a:rPr lang="en-US" sz="2200" dirty="0"/>
              <a:t> </a:t>
            </a:r>
            <a:r>
              <a:rPr lang="en-US" sz="2200" dirty="0" err="1"/>
              <a:t>birikimi</a:t>
            </a:r>
            <a:r>
              <a:rPr lang="en-US" sz="2200" dirty="0"/>
              <a:t>).
</a:t>
            </a:r>
            <a:r>
              <a:rPr lang="en-US" sz="2200" dirty="0" err="1"/>
              <a:t>Aşağıdakiler</a:t>
            </a:r>
            <a:r>
              <a:rPr lang="en-US" sz="2200" dirty="0"/>
              <a:t> </a:t>
            </a:r>
            <a:r>
              <a:rPr lang="en-US" sz="2200" dirty="0" err="1"/>
              <a:t>patentlenemez</a:t>
            </a:r>
            <a:r>
              <a:rPr lang="en-US" sz="2200" dirty="0"/>
              <a:t>
</a:t>
            </a:r>
            <a:r>
              <a:rPr lang="en-US" sz="2200" dirty="0" err="1"/>
              <a:t>Soyut</a:t>
            </a:r>
            <a:r>
              <a:rPr lang="en-US" sz="2200" dirty="0"/>
              <a:t> </a:t>
            </a:r>
            <a:r>
              <a:rPr lang="en-US" sz="2200" dirty="0" err="1"/>
              <a:t>fikirler</a:t>
            </a:r>
            <a:r>
              <a:rPr lang="en-US" sz="2200" dirty="0"/>
              <a:t>
</a:t>
            </a:r>
            <a:r>
              <a:rPr lang="en-US" sz="2200" dirty="0" err="1"/>
              <a:t>Doğa</a:t>
            </a:r>
            <a:r>
              <a:rPr lang="en-US" sz="2200" dirty="0"/>
              <a:t> </a:t>
            </a:r>
            <a:r>
              <a:rPr lang="en-US" sz="2200" dirty="0" err="1"/>
              <a:t>kanunları</a:t>
            </a:r>
            <a:r>
              <a:rPr lang="en-US" sz="2200" dirty="0"/>
              <a:t>
</a:t>
            </a:r>
            <a:r>
              <a:rPr lang="en-US" sz="2200" dirty="0" err="1"/>
              <a:t>Doğal</a:t>
            </a:r>
            <a:r>
              <a:rPr lang="en-US" sz="2200" dirty="0"/>
              <a:t> </a:t>
            </a:r>
            <a:r>
              <a:rPr lang="en-US" sz="2200" dirty="0" err="1"/>
              <a:t>fenomen</a:t>
            </a:r>
            <a:endParaRPr lang="en-US" sz="2200" dirty="0"/>
          </a:p>
        </p:txBody>
      </p:sp>
      <p:sp>
        <p:nvSpPr>
          <p:cNvPr id="3" name="Title 2"/>
          <p:cNvSpPr>
            <a:spLocks noGrp="1"/>
          </p:cNvSpPr>
          <p:nvPr>
            <p:ph type="title"/>
          </p:nvPr>
        </p:nvSpPr>
        <p:spPr>
          <a:xfrm>
            <a:off x="762000" y="290459"/>
            <a:ext cx="8026400" cy="527837"/>
          </a:xfrm>
        </p:spPr>
        <p:txBody>
          <a:bodyPr/>
          <a:lstStyle/>
          <a:p>
            <a:r>
              <a:rPr lang="en-US" sz="4000" dirty="0" err="1"/>
              <a:t>Patentler</a:t>
            </a:r>
            <a:r>
              <a:rPr lang="en-US" sz="4000" dirty="0"/>
              <a:t>, </a:t>
            </a:r>
            <a:r>
              <a:rPr lang="en-US" sz="4000" dirty="0" err="1"/>
              <a:t>Bölüm</a:t>
            </a:r>
            <a:r>
              <a:rPr lang="en-US" sz="4000" dirty="0"/>
              <a: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59631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527667"/>
          </a:xfrm>
        </p:spPr>
        <p:txBody>
          <a:bodyPr/>
          <a:lstStyle/>
          <a:p>
            <a:r>
              <a:rPr lang="en-US" sz="2800" dirty="0"/>
              <a:t>Patent </a:t>
            </a:r>
            <a:r>
              <a:rPr lang="en-US" sz="2800" dirty="0" err="1"/>
              <a:t>ihlali</a:t>
            </a:r>
            <a:r>
              <a:rPr lang="en-US" sz="2800" dirty="0"/>
              <a:t>: </a:t>
            </a:r>
            <a:r>
              <a:rPr lang="en-US" sz="2800" dirty="0" err="1"/>
              <a:t>Başka</a:t>
            </a:r>
            <a:r>
              <a:rPr lang="en-US" sz="2800" dirty="0"/>
              <a:t> </a:t>
            </a:r>
            <a:r>
              <a:rPr lang="en-US" sz="2800" dirty="0" err="1"/>
              <a:t>birinin</a:t>
            </a:r>
            <a:r>
              <a:rPr lang="en-US" sz="2800" dirty="0"/>
              <a:t> </a:t>
            </a:r>
            <a:r>
              <a:rPr lang="en-US" sz="2800" dirty="0" err="1"/>
              <a:t>patentinin</a:t>
            </a:r>
            <a:r>
              <a:rPr lang="en-US" sz="2800" dirty="0"/>
              <a:t> </a:t>
            </a:r>
            <a:r>
              <a:rPr lang="en-US" sz="2800" dirty="0" err="1"/>
              <a:t>izinsiz</a:t>
            </a:r>
            <a:r>
              <a:rPr lang="en-US" sz="2800" dirty="0"/>
              <a:t> </a:t>
            </a:r>
            <a:r>
              <a:rPr lang="en-US" sz="2800" dirty="0" err="1"/>
              <a:t>kullanımı</a:t>
            </a:r>
            <a:r>
              <a:rPr lang="en-US" sz="2800" dirty="0"/>
              <a:t>
</a:t>
            </a:r>
            <a:r>
              <a:rPr lang="en-US" sz="2800" dirty="0" err="1"/>
              <a:t>Mahkemeler</a:t>
            </a:r>
            <a:r>
              <a:rPr lang="en-US" sz="2800" dirty="0"/>
              <a:t>, </a:t>
            </a:r>
            <a:r>
              <a:rPr lang="en-US" sz="2800" dirty="0" err="1"/>
              <a:t>ihlal</a:t>
            </a:r>
            <a:r>
              <a:rPr lang="en-US" sz="2800" dirty="0"/>
              <a:t> </a:t>
            </a:r>
            <a:r>
              <a:rPr lang="en-US" sz="2800" dirty="0" err="1"/>
              <a:t>tespit</a:t>
            </a:r>
            <a:r>
              <a:rPr lang="en-US" sz="2800" dirty="0"/>
              <a:t> </a:t>
            </a:r>
            <a:r>
              <a:rPr lang="en-US" sz="2800" dirty="0" err="1"/>
              <a:t>edilirse</a:t>
            </a:r>
            <a:r>
              <a:rPr lang="en-US" sz="2800" dirty="0"/>
              <a:t>, patent </a:t>
            </a:r>
            <a:r>
              <a:rPr lang="en-US" sz="2800" dirty="0" err="1"/>
              <a:t>sahibi</a:t>
            </a:r>
            <a:r>
              <a:rPr lang="en-US" sz="2800" dirty="0"/>
              <a:t> </a:t>
            </a:r>
            <a:r>
              <a:rPr lang="en-US" sz="2800" dirty="0" err="1"/>
              <a:t>tarafından</a:t>
            </a:r>
            <a:r>
              <a:rPr lang="en-US" sz="2800" dirty="0"/>
              <a:t> </a:t>
            </a:r>
            <a:r>
              <a:rPr lang="en-US" sz="2800" dirty="0" err="1"/>
              <a:t>talep</a:t>
            </a:r>
            <a:r>
              <a:rPr lang="en-US" sz="2800" dirty="0"/>
              <a:t> </a:t>
            </a:r>
            <a:r>
              <a:rPr lang="en-US" sz="2800" dirty="0" err="1"/>
              <a:t>edilen</a:t>
            </a:r>
            <a:r>
              <a:rPr lang="en-US" sz="2800" dirty="0"/>
              <a:t> </a:t>
            </a:r>
            <a:r>
              <a:rPr lang="en-US" sz="2800" dirty="0" err="1"/>
              <a:t>tazminat</a:t>
            </a:r>
            <a:r>
              <a:rPr lang="en-US" sz="2800" dirty="0"/>
              <a:t> </a:t>
            </a:r>
            <a:r>
              <a:rPr lang="en-US" sz="2800" dirty="0" err="1"/>
              <a:t>miktarının</a:t>
            </a:r>
            <a:r>
              <a:rPr lang="en-US" sz="2800" dirty="0"/>
              <a:t> </a:t>
            </a:r>
            <a:r>
              <a:rPr lang="en-US" sz="2800" dirty="0" err="1"/>
              <a:t>üç</a:t>
            </a:r>
            <a:r>
              <a:rPr lang="en-US" sz="2800" dirty="0"/>
              <a:t> </a:t>
            </a:r>
            <a:r>
              <a:rPr lang="en-US" sz="2800" dirty="0" err="1"/>
              <a:t>katına</a:t>
            </a:r>
            <a:r>
              <a:rPr lang="en-US" sz="2800" dirty="0"/>
              <a:t> </a:t>
            </a:r>
            <a:r>
              <a:rPr lang="en-US" sz="2800" dirty="0" err="1"/>
              <a:t>kadar</a:t>
            </a:r>
            <a:r>
              <a:rPr lang="en-US" sz="2800" dirty="0"/>
              <a:t> </a:t>
            </a:r>
            <a:r>
              <a:rPr lang="en-US" sz="2800" dirty="0" err="1"/>
              <a:t>hükmedebilir</a:t>
            </a:r>
            <a:r>
              <a:rPr lang="en-US" sz="2800" dirty="0"/>
              <a:t>
Leahy-Smith Amerika </a:t>
            </a:r>
            <a:r>
              <a:rPr lang="en-US" sz="2800" dirty="0" err="1"/>
              <a:t>İcatlar</a:t>
            </a:r>
            <a:r>
              <a:rPr lang="en-US" sz="2800" dirty="0"/>
              <a:t> </a:t>
            </a:r>
            <a:r>
              <a:rPr lang="en-US" sz="2800" dirty="0" err="1"/>
              <a:t>Yasası</a:t>
            </a:r>
            <a:r>
              <a:rPr lang="en-US" sz="2800" dirty="0"/>
              <a:t> (2011): Patent </a:t>
            </a:r>
            <a:r>
              <a:rPr lang="en-US" sz="2800" dirty="0" err="1"/>
              <a:t>yasasında</a:t>
            </a:r>
            <a:r>
              <a:rPr lang="en-US" sz="2800" dirty="0"/>
              <a:t> </a:t>
            </a:r>
            <a:r>
              <a:rPr lang="en-US" sz="2800" dirty="0" err="1"/>
              <a:t>büyük</a:t>
            </a:r>
            <a:r>
              <a:rPr lang="en-US" sz="2800" dirty="0"/>
              <a:t> </a:t>
            </a:r>
            <a:r>
              <a:rPr lang="en-US" sz="2800" dirty="0" err="1"/>
              <a:t>bir</a:t>
            </a:r>
            <a:r>
              <a:rPr lang="en-US" sz="2800" dirty="0"/>
              <a:t> </a:t>
            </a:r>
            <a:r>
              <a:rPr lang="en-US" sz="2800" dirty="0" err="1"/>
              <a:t>değişiklik</a:t>
            </a:r>
            <a:r>
              <a:rPr lang="en-US" sz="2800" dirty="0"/>
              <a:t> </a:t>
            </a:r>
            <a:r>
              <a:rPr lang="en-US" sz="2800" dirty="0" err="1"/>
              <a:t>yaptı</a:t>
            </a:r>
            <a:r>
              <a:rPr lang="en-US" sz="2800" dirty="0"/>
              <a:t>; ABD patent </a:t>
            </a:r>
            <a:r>
              <a:rPr lang="en-US" sz="2800" dirty="0" err="1"/>
              <a:t>sistemini</a:t>
            </a:r>
            <a:r>
              <a:rPr lang="en-US" sz="2800" dirty="0"/>
              <a:t> "ilk </a:t>
            </a:r>
            <a:r>
              <a:rPr lang="en-US" sz="2800" dirty="0" err="1"/>
              <a:t>icat</a:t>
            </a:r>
            <a:r>
              <a:rPr lang="en-US" sz="2800" dirty="0"/>
              <a:t> </a:t>
            </a:r>
            <a:r>
              <a:rPr lang="en-US" sz="2800" dirty="0" err="1"/>
              <a:t>eden</a:t>
            </a:r>
            <a:r>
              <a:rPr lang="en-US" sz="2800" dirty="0"/>
              <a:t>" </a:t>
            </a:r>
            <a:r>
              <a:rPr lang="en-US" sz="2800" dirty="0" err="1"/>
              <a:t>sistemden</a:t>
            </a:r>
            <a:r>
              <a:rPr lang="en-US" sz="2800" dirty="0"/>
              <a:t> "ilk </a:t>
            </a:r>
            <a:r>
              <a:rPr lang="en-US" sz="2800" dirty="0" err="1"/>
              <a:t>mucitten</a:t>
            </a:r>
            <a:r>
              <a:rPr lang="en-US" sz="2800" dirty="0"/>
              <a:t> </a:t>
            </a:r>
            <a:r>
              <a:rPr lang="en-US" sz="2800" dirty="0" err="1"/>
              <a:t>dosyaya</a:t>
            </a:r>
            <a:r>
              <a:rPr lang="en-US" sz="2800" dirty="0"/>
              <a:t>" </a:t>
            </a:r>
            <a:r>
              <a:rPr lang="en-US" sz="2800" dirty="0" err="1"/>
              <a:t>sistemine</a:t>
            </a:r>
            <a:r>
              <a:rPr lang="en-US" sz="2800" dirty="0"/>
              <a:t> </a:t>
            </a:r>
            <a:r>
              <a:rPr lang="en-US" sz="2800" dirty="0" err="1"/>
              <a:t>değiştirdi</a:t>
            </a:r>
            <a:r>
              <a:rPr lang="en-US" sz="2800" dirty="0"/>
              <a:t>
</a:t>
            </a:r>
            <a:r>
              <a:rPr lang="en-US" sz="2800" dirty="0" err="1"/>
              <a:t>Ayrıca</a:t>
            </a:r>
            <a:r>
              <a:rPr lang="en-US" sz="2800" dirty="0"/>
              <a:t>, </a:t>
            </a:r>
            <a:r>
              <a:rPr lang="en-US" sz="2800" dirty="0" err="1"/>
              <a:t>bir</a:t>
            </a:r>
            <a:r>
              <a:rPr lang="en-US" sz="2800" dirty="0"/>
              <a:t> </a:t>
            </a:r>
            <a:r>
              <a:rPr lang="en-US" sz="2800" dirty="0" err="1"/>
              <a:t>buluşun</a:t>
            </a:r>
            <a:r>
              <a:rPr lang="en-US" sz="2800" dirty="0"/>
              <a:t> </a:t>
            </a:r>
            <a:r>
              <a:rPr lang="en-US" sz="2800" dirty="0" err="1"/>
              <a:t>yeniliğini</a:t>
            </a:r>
            <a:r>
              <a:rPr lang="en-US" sz="2800" dirty="0"/>
              <a:t> </a:t>
            </a:r>
            <a:r>
              <a:rPr lang="en-US" sz="2800" dirty="0" err="1"/>
              <a:t>ve</a:t>
            </a:r>
            <a:r>
              <a:rPr lang="en-US" sz="2800" dirty="0"/>
              <a:t> </a:t>
            </a:r>
            <a:r>
              <a:rPr lang="en-US" sz="2800" dirty="0" err="1"/>
              <a:t>patentlenip</a:t>
            </a:r>
            <a:r>
              <a:rPr lang="en-US" sz="2800" dirty="0"/>
              <a:t> </a:t>
            </a:r>
            <a:r>
              <a:rPr lang="en-US" sz="2800" dirty="0" err="1"/>
              <a:t>patentlenemeyeceğini</a:t>
            </a:r>
            <a:r>
              <a:rPr lang="en-US" sz="2800" dirty="0"/>
              <a:t> </a:t>
            </a:r>
            <a:r>
              <a:rPr lang="en-US" sz="2800" dirty="0" err="1"/>
              <a:t>belirlemek</a:t>
            </a:r>
            <a:r>
              <a:rPr lang="en-US" sz="2800" dirty="0"/>
              <a:t> için </a:t>
            </a:r>
            <a:r>
              <a:rPr lang="en-US" sz="2800" dirty="0" err="1"/>
              <a:t>kullanılan</a:t>
            </a:r>
            <a:r>
              <a:rPr lang="en-US" sz="2800" dirty="0"/>
              <a:t> </a:t>
            </a:r>
            <a:r>
              <a:rPr lang="en-US" sz="2800" dirty="0" err="1"/>
              <a:t>önceki</a:t>
            </a:r>
            <a:r>
              <a:rPr lang="en-US" sz="2800" dirty="0"/>
              <a:t> </a:t>
            </a:r>
            <a:r>
              <a:rPr lang="en-US" sz="2800" dirty="0" err="1"/>
              <a:t>tekniğin</a:t>
            </a:r>
            <a:r>
              <a:rPr lang="en-US" sz="2800" dirty="0"/>
              <a:t> </a:t>
            </a:r>
            <a:r>
              <a:rPr lang="en-US" sz="2800" dirty="0" err="1"/>
              <a:t>tanımını</a:t>
            </a:r>
            <a:r>
              <a:rPr lang="en-US" sz="2800" dirty="0"/>
              <a:t> </a:t>
            </a:r>
            <a:r>
              <a:rPr lang="en-US" sz="2800" dirty="0" err="1"/>
              <a:t>genişletti</a:t>
            </a:r>
            <a:r>
              <a:rPr lang="en-US" sz="2800" dirty="0"/>
              <a:t>
Yasa, ABD </a:t>
            </a:r>
            <a:r>
              <a:rPr lang="en-US" sz="2800" dirty="0" err="1"/>
              <a:t>patenti</a:t>
            </a:r>
            <a:r>
              <a:rPr lang="en-US" sz="2800" dirty="0"/>
              <a:t> </a:t>
            </a:r>
            <a:r>
              <a:rPr lang="en-US" sz="2800" dirty="0" err="1"/>
              <a:t>almayı</a:t>
            </a:r>
            <a:r>
              <a:rPr lang="en-US" sz="2800" dirty="0"/>
              <a:t> </a:t>
            </a:r>
            <a:r>
              <a:rPr lang="en-US" sz="2800" dirty="0" err="1"/>
              <a:t>zorlaştırdı</a:t>
            </a:r>
            <a:r>
              <a:rPr lang="en-US" sz="2800" dirty="0"/>
              <a:t>.</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dirty="0" err="1"/>
              <a:t>Patentler</a:t>
            </a:r>
            <a:r>
              <a:rPr lang="en-US" sz="4000" dirty="0"/>
              <a:t>, </a:t>
            </a:r>
            <a:r>
              <a:rPr lang="en-US" sz="4000" dirty="0" err="1"/>
              <a:t>Bölüm</a:t>
            </a:r>
            <a:r>
              <a:rPr lang="en-US" sz="4000" dirty="0"/>
              <a: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79490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133713"/>
          </a:xfrm>
        </p:spPr>
        <p:txBody>
          <a:bodyPr/>
          <a:lstStyle/>
          <a:p>
            <a:r>
              <a:rPr lang="en-US" sz="2400" dirty="0" err="1"/>
              <a:t>Yazılım</a:t>
            </a:r>
            <a:r>
              <a:rPr lang="en-US" sz="2400" dirty="0"/>
              <a:t> </a:t>
            </a:r>
            <a:r>
              <a:rPr lang="en-US" sz="2400" dirty="0" err="1"/>
              <a:t>patenti</a:t>
            </a:r>
            <a:r>
              <a:rPr lang="en-US" sz="2400" dirty="0"/>
              <a:t>: </a:t>
            </a:r>
            <a:r>
              <a:rPr lang="en-US" sz="2400" dirty="0" err="1"/>
              <a:t>Bilgisayarda</a:t>
            </a:r>
            <a:r>
              <a:rPr lang="en-US" sz="2400" dirty="0"/>
              <a:t> </a:t>
            </a:r>
            <a:r>
              <a:rPr lang="en-US" sz="2400" dirty="0" err="1"/>
              <a:t>yürütülen</a:t>
            </a:r>
            <a:r>
              <a:rPr lang="en-US" sz="2400" dirty="0"/>
              <a:t> </a:t>
            </a:r>
            <a:r>
              <a:rPr lang="en-US" sz="2400" dirty="0" err="1"/>
              <a:t>talimatlarda</a:t>
            </a:r>
            <a:r>
              <a:rPr lang="en-US" sz="2400" dirty="0"/>
              <a:t> </a:t>
            </a:r>
            <a:r>
              <a:rPr lang="en-US" sz="2400" dirty="0" err="1"/>
              <a:t>yer</a:t>
            </a:r>
            <a:r>
              <a:rPr lang="en-US" sz="2400" dirty="0"/>
              <a:t> </a:t>
            </a:r>
            <a:r>
              <a:rPr lang="en-US" sz="2400" dirty="0" err="1"/>
              <a:t>alan</a:t>
            </a:r>
            <a:r>
              <a:rPr lang="en-US" sz="2400" dirty="0"/>
              <a:t> </a:t>
            </a:r>
            <a:r>
              <a:rPr lang="en-US" sz="2400" dirty="0" err="1"/>
              <a:t>bir</a:t>
            </a:r>
            <a:r>
              <a:rPr lang="en-US" sz="2400" dirty="0"/>
              <a:t> </a:t>
            </a:r>
            <a:r>
              <a:rPr lang="en-US" sz="2400" dirty="0" err="1"/>
              <a:t>özelliği</a:t>
            </a:r>
            <a:r>
              <a:rPr lang="en-US" sz="2400" dirty="0"/>
              <a:t>, </a:t>
            </a:r>
            <a:r>
              <a:rPr lang="en-US" sz="2400" dirty="0" err="1"/>
              <a:t>işlevi</a:t>
            </a:r>
            <a:r>
              <a:rPr lang="en-US" sz="2400" dirty="0"/>
              <a:t> </a:t>
            </a:r>
            <a:r>
              <a:rPr lang="en-US" sz="2400" dirty="0" err="1"/>
              <a:t>veya</a:t>
            </a:r>
            <a:r>
              <a:rPr lang="en-US" sz="2400" dirty="0"/>
              <a:t> </a:t>
            </a:r>
            <a:r>
              <a:rPr lang="en-US" sz="2400" dirty="0" err="1"/>
              <a:t>süreci</a:t>
            </a:r>
            <a:r>
              <a:rPr lang="en-US" sz="2400" dirty="0"/>
              <a:t> </a:t>
            </a:r>
            <a:r>
              <a:rPr lang="en-US" sz="2400" dirty="0" err="1"/>
              <a:t>korur</a:t>
            </a:r>
            <a:r>
              <a:rPr lang="en-US" sz="2400" dirty="0"/>
              <a:t>
Son </a:t>
            </a:r>
            <a:r>
              <a:rPr lang="en-US" sz="2400" dirty="0" err="1"/>
              <a:t>yıllarda</a:t>
            </a:r>
            <a:r>
              <a:rPr lang="en-US" sz="2400" dirty="0"/>
              <a:t>, </a:t>
            </a:r>
            <a:r>
              <a:rPr lang="en-US" sz="2400" dirty="0" err="1"/>
              <a:t>mahkemeler</a:t>
            </a:r>
            <a:r>
              <a:rPr lang="en-US" sz="2400" dirty="0"/>
              <a:t> </a:t>
            </a:r>
            <a:r>
              <a:rPr lang="en-US" sz="2400" dirty="0" err="1"/>
              <a:t>yazılım</a:t>
            </a:r>
            <a:r>
              <a:rPr lang="en-US" sz="2400" dirty="0"/>
              <a:t> </a:t>
            </a:r>
            <a:r>
              <a:rPr lang="en-US" sz="2400" dirty="0" err="1"/>
              <a:t>patentleri</a:t>
            </a:r>
            <a:r>
              <a:rPr lang="en-US" sz="2400" dirty="0"/>
              <a:t> </a:t>
            </a:r>
            <a:r>
              <a:rPr lang="en-US" sz="2400" dirty="0" err="1"/>
              <a:t>vermede</a:t>
            </a:r>
            <a:r>
              <a:rPr lang="en-US" sz="2400" dirty="0"/>
              <a:t> </a:t>
            </a:r>
            <a:r>
              <a:rPr lang="en-US" sz="2400" dirty="0" err="1"/>
              <a:t>daha</a:t>
            </a:r>
            <a:r>
              <a:rPr lang="en-US" sz="2400" dirty="0"/>
              <a:t> </a:t>
            </a:r>
            <a:r>
              <a:rPr lang="en-US" sz="2400" dirty="0" err="1"/>
              <a:t>kısıtlayıcı</a:t>
            </a:r>
            <a:r>
              <a:rPr lang="en-US" sz="2400" dirty="0"/>
              <a:t> hale </a:t>
            </a:r>
            <a:r>
              <a:rPr lang="en-US" sz="2400" dirty="0" err="1"/>
              <a:t>geldi</a:t>
            </a:r>
            <a:r>
              <a:rPr lang="en-US" sz="2400" dirty="0"/>
              <a:t>.
</a:t>
            </a:r>
            <a:r>
              <a:rPr lang="en-US" sz="2400" dirty="0" err="1"/>
              <a:t>Çapraz</a:t>
            </a:r>
            <a:r>
              <a:rPr lang="en-US" sz="2400" dirty="0"/>
              <a:t> </a:t>
            </a:r>
            <a:r>
              <a:rPr lang="en-US" sz="2400" dirty="0" err="1"/>
              <a:t>lisans</a:t>
            </a:r>
            <a:r>
              <a:rPr lang="en-US" sz="2400" dirty="0"/>
              <a:t> </a:t>
            </a:r>
            <a:r>
              <a:rPr lang="en-US" sz="2400" dirty="0" err="1"/>
              <a:t>sözleşmeleri</a:t>
            </a:r>
            <a:r>
              <a:rPr lang="en-US" sz="2400" dirty="0"/>
              <a:t>
</a:t>
            </a:r>
            <a:r>
              <a:rPr lang="en-US" sz="2400" dirty="0" err="1"/>
              <a:t>Taraflardan</a:t>
            </a:r>
            <a:r>
              <a:rPr lang="en-US" sz="2400" dirty="0"/>
              <a:t> her </a:t>
            </a:r>
            <a:r>
              <a:rPr lang="en-US" sz="2400" dirty="0" err="1"/>
              <a:t>biri</a:t>
            </a:r>
            <a:r>
              <a:rPr lang="en-US" sz="2400" dirty="0"/>
              <a:t>, patent </a:t>
            </a:r>
            <a:r>
              <a:rPr lang="en-US" sz="2400" dirty="0" err="1"/>
              <a:t>ihlalleri</a:t>
            </a:r>
            <a:r>
              <a:rPr lang="en-US" sz="2400" dirty="0"/>
              <a:t> </a:t>
            </a:r>
            <a:r>
              <a:rPr lang="en-US" sz="2400" dirty="0" err="1"/>
              <a:t>nedeniyle</a:t>
            </a:r>
            <a:r>
              <a:rPr lang="en-US" sz="2400" dirty="0"/>
              <a:t> </a:t>
            </a:r>
            <a:r>
              <a:rPr lang="en-US" sz="2400" dirty="0" err="1"/>
              <a:t>diğerine</a:t>
            </a:r>
            <a:r>
              <a:rPr lang="en-US" sz="2400" dirty="0"/>
              <a:t> </a:t>
            </a:r>
            <a:r>
              <a:rPr lang="en-US" sz="2400" dirty="0" err="1"/>
              <a:t>dava</a:t>
            </a:r>
            <a:r>
              <a:rPr lang="en-US" sz="2400" dirty="0"/>
              <a:t> </a:t>
            </a:r>
            <a:r>
              <a:rPr lang="en-US" sz="2400" dirty="0" err="1"/>
              <a:t>açmamayı</a:t>
            </a:r>
            <a:r>
              <a:rPr lang="en-US" sz="2400" dirty="0"/>
              <a:t> </a:t>
            </a:r>
            <a:r>
              <a:rPr lang="en-US" sz="2400" dirty="0" err="1"/>
              <a:t>kabul</a:t>
            </a:r>
            <a:r>
              <a:rPr lang="en-US" sz="2400" dirty="0"/>
              <a:t> </a:t>
            </a:r>
            <a:r>
              <a:rPr lang="en-US" sz="2400" dirty="0" err="1"/>
              <a:t>eder</a:t>
            </a:r>
            <a:r>
              <a:rPr lang="en-US" sz="2400" dirty="0"/>
              <a:t>
</a:t>
            </a:r>
            <a:r>
              <a:rPr lang="en-US" sz="2400" dirty="0" err="1"/>
              <a:t>Tipik</a:t>
            </a:r>
            <a:r>
              <a:rPr lang="en-US" sz="2400" dirty="0"/>
              <a:t> </a:t>
            </a:r>
            <a:r>
              <a:rPr lang="en-US" sz="2400" dirty="0" err="1"/>
              <a:t>olarak</a:t>
            </a:r>
            <a:r>
              <a:rPr lang="en-US" sz="2400" dirty="0"/>
              <a:t> </a:t>
            </a:r>
            <a:r>
              <a:rPr lang="en-US" sz="2400" dirty="0" err="1"/>
              <a:t>büyük</a:t>
            </a:r>
            <a:r>
              <a:rPr lang="en-US" sz="2400" dirty="0"/>
              <a:t> </a:t>
            </a:r>
            <a:r>
              <a:rPr lang="en-US" sz="2400" dirty="0" err="1"/>
              <a:t>yazılım</a:t>
            </a:r>
            <a:r>
              <a:rPr lang="en-US" sz="2400" dirty="0"/>
              <a:t> </a:t>
            </a:r>
            <a:r>
              <a:rPr lang="en-US" sz="2400" dirty="0" err="1"/>
              <a:t>şirketlerini</a:t>
            </a:r>
            <a:r>
              <a:rPr lang="en-US" sz="2400" dirty="0"/>
              <a:t> </a:t>
            </a:r>
            <a:r>
              <a:rPr lang="en-US" sz="2400" dirty="0" err="1"/>
              <a:t>içerir</a:t>
            </a:r>
            <a:r>
              <a:rPr lang="en-US" sz="2400" dirty="0"/>
              <a:t>
Bu </a:t>
            </a:r>
            <a:r>
              <a:rPr lang="en-US" sz="2400" dirty="0" err="1"/>
              <a:t>nedenle</a:t>
            </a:r>
            <a:r>
              <a:rPr lang="en-US" sz="2400" dirty="0"/>
              <a:t>, </a:t>
            </a:r>
            <a:r>
              <a:rPr lang="en-US" sz="2400" dirty="0" err="1"/>
              <a:t>küçük</a:t>
            </a:r>
            <a:r>
              <a:rPr lang="en-US" sz="2400" dirty="0"/>
              <a:t> </a:t>
            </a:r>
            <a:r>
              <a:rPr lang="en-US" sz="2400" dirty="0" err="1"/>
              <a:t>işletmeler</a:t>
            </a:r>
            <a:r>
              <a:rPr lang="en-US" sz="2400" dirty="0"/>
              <a:t> </a:t>
            </a:r>
            <a:r>
              <a:rPr lang="en-US" sz="2400" dirty="0" err="1"/>
              <a:t>genellikle</a:t>
            </a:r>
            <a:r>
              <a:rPr lang="en-US" sz="2400" dirty="0"/>
              <a:t> ek </a:t>
            </a:r>
            <a:r>
              <a:rPr lang="en-US" sz="2400" dirty="0" err="1"/>
              <a:t>maliyetler</a:t>
            </a:r>
            <a:r>
              <a:rPr lang="en-US" sz="2400" dirty="0"/>
              <a:t> </a:t>
            </a:r>
            <a:r>
              <a:rPr lang="en-US" sz="2400" dirty="0" err="1"/>
              <a:t>ödemek</a:t>
            </a:r>
            <a:r>
              <a:rPr lang="en-US" sz="2400" dirty="0"/>
              <a:t> </a:t>
            </a:r>
            <a:r>
              <a:rPr lang="en-US" sz="2400" dirty="0" err="1"/>
              <a:t>zorundadır</a:t>
            </a:r>
            <a:r>
              <a:rPr lang="en-US" sz="2400" dirty="0"/>
              <a:t>.
</a:t>
            </a:r>
            <a:r>
              <a:rPr lang="en-US" sz="2400" dirty="0" err="1"/>
              <a:t>Küçük</a:t>
            </a:r>
            <a:r>
              <a:rPr lang="en-US" sz="2400" dirty="0"/>
              <a:t> </a:t>
            </a:r>
            <a:r>
              <a:rPr lang="en-US" sz="2400" dirty="0" err="1"/>
              <a:t>işletmeler</a:t>
            </a:r>
            <a:r>
              <a:rPr lang="en-US" sz="2400" dirty="0"/>
              <a:t> de </a:t>
            </a:r>
            <a:r>
              <a:rPr lang="en-US" sz="2400" dirty="0" err="1"/>
              <a:t>genellikle</a:t>
            </a:r>
            <a:r>
              <a:rPr lang="en-US" sz="2400" dirty="0"/>
              <a:t> </a:t>
            </a:r>
            <a:r>
              <a:rPr lang="en-US" sz="2400" dirty="0" err="1"/>
              <a:t>patentlerini</a:t>
            </a:r>
            <a:r>
              <a:rPr lang="en-US" sz="2400" dirty="0"/>
              <a:t> </a:t>
            </a:r>
            <a:r>
              <a:rPr lang="en-US" sz="2400" dirty="0" err="1"/>
              <a:t>daha</a:t>
            </a:r>
            <a:r>
              <a:rPr lang="en-US" sz="2400" dirty="0"/>
              <a:t> </a:t>
            </a:r>
            <a:r>
              <a:rPr lang="en-US" sz="2400" dirty="0" err="1"/>
              <a:t>büyük</a:t>
            </a:r>
            <a:r>
              <a:rPr lang="en-US" sz="2400" dirty="0"/>
              <a:t> </a:t>
            </a:r>
            <a:r>
              <a:rPr lang="en-US" sz="2400" dirty="0" err="1"/>
              <a:t>şirketlere</a:t>
            </a:r>
            <a:r>
              <a:rPr lang="en-US" sz="2400" dirty="0"/>
              <a:t> </a:t>
            </a:r>
            <a:r>
              <a:rPr lang="en-US" sz="2400" dirty="0" err="1"/>
              <a:t>karşı</a:t>
            </a:r>
            <a:r>
              <a:rPr lang="en-US" sz="2400" dirty="0"/>
              <a:t> </a:t>
            </a:r>
            <a:r>
              <a:rPr lang="en-US" sz="2400" dirty="0" err="1"/>
              <a:t>uygulamakta</a:t>
            </a:r>
            <a:r>
              <a:rPr lang="en-US" sz="2400" dirty="0"/>
              <a:t> </a:t>
            </a:r>
            <a:r>
              <a:rPr lang="en-US" sz="2400" dirty="0" err="1"/>
              <a:t>başarısız</a:t>
            </a:r>
            <a:r>
              <a:rPr lang="en-US" sz="2400" dirty="0"/>
              <a:t> </a:t>
            </a:r>
            <a:r>
              <a:rPr lang="en-US" sz="2400" dirty="0" err="1"/>
              <a:t>olurlar</a:t>
            </a:r>
            <a:r>
              <a:rPr lang="en-US" sz="2400" dirty="0"/>
              <a:t>.</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err="1"/>
              <a:t>Patentler</a:t>
            </a:r>
            <a:r>
              <a:rPr lang="en-US" sz="4000" dirty="0"/>
              <a:t>, </a:t>
            </a:r>
            <a:r>
              <a:rPr lang="en-US" sz="4000" dirty="0" err="1"/>
              <a:t>Bölüm</a:t>
            </a:r>
            <a:r>
              <a:rPr lang="en-US" sz="4000" dirty="0"/>
              <a: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16961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371600"/>
            <a:ext cx="8415338" cy="4211922"/>
          </a:xfrm>
        </p:spPr>
        <p:txBody>
          <a:bodyPr/>
          <a:lstStyle/>
          <a:p>
            <a:r>
              <a:rPr lang="en-US" sz="2800" dirty="0" err="1"/>
              <a:t>Ticari</a:t>
            </a:r>
            <a:r>
              <a:rPr lang="en-US" sz="2800" dirty="0"/>
              <a:t> </a:t>
            </a:r>
            <a:r>
              <a:rPr lang="en-US" sz="2800" dirty="0" err="1"/>
              <a:t>sır</a:t>
            </a:r>
            <a:r>
              <a:rPr lang="en-US" sz="2800" dirty="0"/>
              <a:t>: </a:t>
            </a:r>
            <a:r>
              <a:rPr lang="en-US" sz="2800" dirty="0" err="1"/>
              <a:t>Aşağıdaki</a:t>
            </a:r>
            <a:r>
              <a:rPr lang="en-US" sz="2800" dirty="0"/>
              <a:t> </a:t>
            </a:r>
            <a:r>
              <a:rPr lang="en-US" sz="2800" dirty="0" err="1"/>
              <a:t>niteliklere</a:t>
            </a:r>
            <a:r>
              <a:rPr lang="en-US" sz="2800" dirty="0"/>
              <a:t> </a:t>
            </a:r>
            <a:r>
              <a:rPr lang="en-US" sz="2800" dirty="0" err="1"/>
              <a:t>sahip</a:t>
            </a:r>
            <a:r>
              <a:rPr lang="en-US" sz="2800" dirty="0"/>
              <a:t> </a:t>
            </a:r>
            <a:r>
              <a:rPr lang="en-US" sz="2800" dirty="0" err="1"/>
              <a:t>ticari</a:t>
            </a:r>
            <a:r>
              <a:rPr lang="en-US" sz="2800" dirty="0"/>
              <a:t> </a:t>
            </a:r>
            <a:r>
              <a:rPr lang="en-US" sz="2800" dirty="0" err="1"/>
              <a:t>bilgiler</a:t>
            </a:r>
            <a:r>
              <a:rPr lang="en-US" sz="2800" dirty="0"/>
              <a:t>:
</a:t>
            </a:r>
            <a:r>
              <a:rPr lang="en-US" sz="2800" dirty="0" err="1"/>
              <a:t>Ekonomik</a:t>
            </a:r>
            <a:r>
              <a:rPr lang="en-US" sz="2800" dirty="0"/>
              <a:t> </a:t>
            </a:r>
            <a:r>
              <a:rPr lang="en-US" sz="2800" dirty="0" err="1"/>
              <a:t>değeri</a:t>
            </a:r>
            <a:r>
              <a:rPr lang="en-US" sz="2800" dirty="0"/>
              <a:t> </a:t>
            </a:r>
            <a:r>
              <a:rPr lang="en-US" sz="2800" dirty="0" err="1"/>
              <a:t>olan</a:t>
            </a:r>
            <a:r>
              <a:rPr lang="en-US" sz="2800" dirty="0"/>
              <a:t> </a:t>
            </a:r>
            <a:r>
              <a:rPr lang="en-US" sz="2800" dirty="0" err="1"/>
              <a:t>bir</a:t>
            </a:r>
            <a:r>
              <a:rPr lang="en-US" sz="2800" dirty="0"/>
              <a:t> </a:t>
            </a:r>
            <a:r>
              <a:rPr lang="en-US" sz="2800" dirty="0" err="1"/>
              <a:t>şeyi</a:t>
            </a:r>
            <a:r>
              <a:rPr lang="en-US" sz="2800" dirty="0"/>
              <a:t> </a:t>
            </a:r>
            <a:r>
              <a:rPr lang="en-US" sz="2800" dirty="0" err="1"/>
              <a:t>temsil</a:t>
            </a:r>
            <a:r>
              <a:rPr lang="en-US" sz="2800" dirty="0"/>
              <a:t> </a:t>
            </a:r>
            <a:r>
              <a:rPr lang="en-US" sz="2800" dirty="0" err="1"/>
              <a:t>eder</a:t>
            </a:r>
            <a:r>
              <a:rPr lang="en-US" sz="2800" dirty="0"/>
              <a:t>
</a:t>
            </a:r>
            <a:r>
              <a:rPr lang="en-US" sz="2800" dirty="0" err="1"/>
              <a:t>Geliştirmek</a:t>
            </a:r>
            <a:r>
              <a:rPr lang="en-US" sz="2800" dirty="0"/>
              <a:t> için </a:t>
            </a:r>
            <a:r>
              <a:rPr lang="en-US" sz="2800" dirty="0" err="1"/>
              <a:t>gereken</a:t>
            </a:r>
            <a:r>
              <a:rPr lang="en-US" sz="2800" dirty="0"/>
              <a:t> </a:t>
            </a:r>
            <a:r>
              <a:rPr lang="en-US" sz="2800" dirty="0" err="1"/>
              <a:t>çaba</a:t>
            </a:r>
            <a:r>
              <a:rPr lang="en-US" sz="2800" dirty="0"/>
              <a:t> </a:t>
            </a:r>
            <a:r>
              <a:rPr lang="en-US" sz="2800" dirty="0" err="1"/>
              <a:t>veya</a:t>
            </a:r>
            <a:r>
              <a:rPr lang="en-US" sz="2800" dirty="0"/>
              <a:t> </a:t>
            </a:r>
            <a:r>
              <a:rPr lang="en-US" sz="2800" dirty="0" err="1"/>
              <a:t>maliyet</a:t>
            </a:r>
            <a:r>
              <a:rPr lang="en-US" sz="2800" dirty="0"/>
              <a:t>
Bir </a:t>
            </a:r>
            <a:r>
              <a:rPr lang="en-US" sz="2800" dirty="0" err="1"/>
              <a:t>dereceye</a:t>
            </a:r>
            <a:r>
              <a:rPr lang="en-US" sz="2800" dirty="0"/>
              <a:t> </a:t>
            </a:r>
            <a:r>
              <a:rPr lang="en-US" sz="2800" dirty="0" err="1"/>
              <a:t>kadar</a:t>
            </a:r>
            <a:r>
              <a:rPr lang="en-US" sz="2800" dirty="0"/>
              <a:t> </a:t>
            </a:r>
            <a:r>
              <a:rPr lang="en-US" sz="2800" dirty="0" err="1"/>
              <a:t>benzersizliğe</a:t>
            </a:r>
            <a:r>
              <a:rPr lang="en-US" sz="2800" dirty="0"/>
              <a:t> </a:t>
            </a:r>
            <a:r>
              <a:rPr lang="en-US" sz="2800" dirty="0" err="1"/>
              <a:t>veya</a:t>
            </a:r>
            <a:r>
              <a:rPr lang="en-US" sz="2800" dirty="0"/>
              <a:t> </a:t>
            </a:r>
            <a:r>
              <a:rPr lang="en-US" sz="2800" dirty="0" err="1"/>
              <a:t>yeniliğe</a:t>
            </a:r>
            <a:r>
              <a:rPr lang="en-US" sz="2800" dirty="0"/>
              <a:t> </a:t>
            </a:r>
            <a:r>
              <a:rPr lang="en-US" sz="2800" dirty="0" err="1"/>
              <a:t>sahiptir</a:t>
            </a:r>
            <a:r>
              <a:rPr lang="en-US" sz="2800" dirty="0"/>
              <a:t>
</a:t>
            </a:r>
            <a:r>
              <a:rPr lang="en-US" sz="2800" dirty="0" err="1"/>
              <a:t>Genellikle</a:t>
            </a:r>
            <a:r>
              <a:rPr lang="en-US" sz="2800" dirty="0"/>
              <a:t> </a:t>
            </a:r>
            <a:r>
              <a:rPr lang="en-US" sz="2800" dirty="0" err="1"/>
              <a:t>halk</a:t>
            </a:r>
            <a:r>
              <a:rPr lang="en-US" sz="2800" dirty="0"/>
              <a:t> </a:t>
            </a:r>
            <a:r>
              <a:rPr lang="en-US" sz="2800" dirty="0" err="1"/>
              <a:t>tarafından</a:t>
            </a:r>
            <a:r>
              <a:rPr lang="en-US" sz="2800" dirty="0"/>
              <a:t> </a:t>
            </a:r>
            <a:r>
              <a:rPr lang="en-US" sz="2800" dirty="0" err="1"/>
              <a:t>bilinmemektedir</a:t>
            </a:r>
            <a:r>
              <a:rPr lang="en-US" sz="2800" dirty="0"/>
              <a:t>
</a:t>
            </a:r>
            <a:r>
              <a:rPr lang="en-US" sz="2800" dirty="0" err="1"/>
              <a:t>Gizli</a:t>
            </a:r>
            <a:r>
              <a:rPr lang="en-US" sz="2800" dirty="0"/>
              <a:t> </a:t>
            </a:r>
            <a:r>
              <a:rPr lang="en-US" sz="2800" dirty="0" err="1"/>
              <a:t>tutulur</a:t>
            </a:r>
            <a:r>
              <a:rPr lang="en-US" sz="2800" dirty="0"/>
              <a:t>
</a:t>
            </a:r>
            <a:r>
              <a:rPr lang="en-US" sz="2800" dirty="0" err="1"/>
              <a:t>Ticari</a:t>
            </a:r>
            <a:r>
              <a:rPr lang="en-US" sz="2800" dirty="0"/>
              <a:t> </a:t>
            </a:r>
            <a:r>
              <a:rPr lang="en-US" sz="2800" dirty="0" err="1"/>
              <a:t>sır</a:t>
            </a:r>
            <a:r>
              <a:rPr lang="en-US" sz="2800" dirty="0"/>
              <a:t> </a:t>
            </a:r>
            <a:r>
              <a:rPr lang="en-US" sz="2800" dirty="0" err="1"/>
              <a:t>yasası</a:t>
            </a:r>
            <a:r>
              <a:rPr lang="en-US" sz="2800" dirty="0"/>
              <a:t> </a:t>
            </a:r>
            <a:r>
              <a:rPr lang="en-US" sz="2800" dirty="0" err="1"/>
              <a:t>yalnızca</a:t>
            </a:r>
            <a:r>
              <a:rPr lang="en-US" sz="2800" dirty="0"/>
              <a:t> </a:t>
            </a:r>
            <a:r>
              <a:rPr lang="en-US" sz="2800" dirty="0" err="1"/>
              <a:t>ticari</a:t>
            </a:r>
            <a:r>
              <a:rPr lang="en-US" sz="2800" dirty="0"/>
              <a:t> </a:t>
            </a:r>
            <a:r>
              <a:rPr lang="en-US" sz="2800" dirty="0" err="1"/>
              <a:t>sırların</a:t>
            </a:r>
            <a:r>
              <a:rPr lang="en-US" sz="2800" dirty="0"/>
              <a:t> </a:t>
            </a:r>
            <a:r>
              <a:rPr lang="en-US" sz="2800" dirty="0" err="1"/>
              <a:t>kötüye</a:t>
            </a:r>
            <a:r>
              <a:rPr lang="en-US" sz="2800" dirty="0"/>
              <a:t> </a:t>
            </a:r>
            <a:r>
              <a:rPr lang="en-US" sz="2800" dirty="0" err="1"/>
              <a:t>kullanılmasına</a:t>
            </a:r>
            <a:r>
              <a:rPr lang="en-US" sz="2800" dirty="0"/>
              <a:t> </a:t>
            </a:r>
            <a:r>
              <a:rPr lang="en-US" sz="2800" dirty="0" err="1"/>
              <a:t>karşı</a:t>
            </a:r>
            <a:r>
              <a:rPr lang="en-US" sz="2800" dirty="0"/>
              <a:t> </a:t>
            </a:r>
            <a:r>
              <a:rPr lang="en-US" sz="2800" dirty="0" err="1"/>
              <a:t>koruma</a:t>
            </a:r>
            <a:r>
              <a:rPr lang="en-US" sz="2800" dirty="0"/>
              <a:t> </a:t>
            </a:r>
            <a:r>
              <a:rPr lang="en-US" sz="2800" dirty="0" err="1"/>
              <a:t>sağlar</a:t>
            </a:r>
            <a:r>
              <a:rPr lang="en-US" sz="2800" dirty="0"/>
              <a:t>.</a:t>
            </a:r>
          </a:p>
        </p:txBody>
      </p:sp>
      <p:sp>
        <p:nvSpPr>
          <p:cNvPr id="3" name="Title 2"/>
          <p:cNvSpPr>
            <a:spLocks noGrp="1"/>
          </p:cNvSpPr>
          <p:nvPr>
            <p:ph type="title"/>
          </p:nvPr>
        </p:nvSpPr>
        <p:spPr>
          <a:xfrm>
            <a:off x="762000" y="290459"/>
            <a:ext cx="8026400" cy="527837"/>
          </a:xfrm>
        </p:spPr>
        <p:txBody>
          <a:bodyPr/>
          <a:lstStyle/>
          <a:p>
            <a:r>
              <a:rPr lang="en-US" sz="4000" dirty="0" err="1"/>
              <a:t>Ticari</a:t>
            </a:r>
            <a:r>
              <a:rPr lang="en-US" sz="4000" dirty="0"/>
              <a:t> </a:t>
            </a:r>
            <a:r>
              <a:rPr lang="en-US" sz="4000" dirty="0" err="1"/>
              <a:t>Sırlar</a:t>
            </a:r>
            <a:r>
              <a:rPr lang="en-US" sz="4000" dirty="0"/>
              <a:t>, </a:t>
            </a:r>
            <a:r>
              <a:rPr lang="en-US" sz="4000" dirty="0" err="1"/>
              <a:t>Bölüm</a:t>
            </a:r>
            <a:r>
              <a:rPr lang="en-US" sz="4000" dirty="0"/>
              <a: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34623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371600"/>
            <a:ext cx="8415338" cy="3890296"/>
          </a:xfrm>
        </p:spPr>
        <p:txBody>
          <a:bodyPr/>
          <a:lstStyle/>
          <a:p>
            <a:r>
              <a:rPr lang="en-US" sz="2800" dirty="0" err="1"/>
              <a:t>Ticari</a:t>
            </a:r>
            <a:r>
              <a:rPr lang="en-US" sz="2800" dirty="0"/>
              <a:t> </a:t>
            </a:r>
            <a:r>
              <a:rPr lang="en-US" sz="2800" dirty="0" err="1"/>
              <a:t>sır</a:t>
            </a:r>
            <a:r>
              <a:rPr lang="en-US" sz="2800" dirty="0"/>
              <a:t> </a:t>
            </a:r>
            <a:r>
              <a:rPr lang="en-US" sz="2800" dirty="0" err="1"/>
              <a:t>yasaları</a:t>
            </a:r>
            <a:r>
              <a:rPr lang="en-US" sz="2800" dirty="0"/>
              <a:t>, </a:t>
            </a:r>
            <a:r>
              <a:rPr lang="en-US" sz="2800" dirty="0" err="1"/>
              <a:t>dünya</a:t>
            </a:r>
            <a:r>
              <a:rPr lang="en-US" sz="2800" dirty="0"/>
              <a:t> </a:t>
            </a:r>
            <a:r>
              <a:rPr lang="en-US" sz="2800" dirty="0" err="1"/>
              <a:t>çapında</a:t>
            </a:r>
            <a:r>
              <a:rPr lang="en-US" sz="2800" dirty="0"/>
              <a:t> patent </a:t>
            </a:r>
            <a:r>
              <a:rPr lang="en-US" sz="2800" dirty="0" err="1"/>
              <a:t>yasalarından</a:t>
            </a:r>
            <a:r>
              <a:rPr lang="en-US" sz="2800" dirty="0"/>
              <a:t> </a:t>
            </a:r>
            <a:r>
              <a:rPr lang="en-US" sz="2800" dirty="0" err="1"/>
              <a:t>daha</a:t>
            </a:r>
            <a:r>
              <a:rPr lang="en-US" sz="2800" dirty="0"/>
              <a:t> </a:t>
            </a:r>
            <a:r>
              <a:rPr lang="en-US" sz="2800" dirty="0" err="1"/>
              <a:t>fazla</a:t>
            </a:r>
            <a:r>
              <a:rPr lang="en-US" sz="2800" dirty="0"/>
              <a:t> </a:t>
            </a:r>
            <a:r>
              <a:rPr lang="en-US" sz="2800" dirty="0" err="1"/>
              <a:t>teknolojiyi</a:t>
            </a:r>
            <a:r>
              <a:rPr lang="en-US" sz="2800" dirty="0"/>
              <a:t> </a:t>
            </a:r>
            <a:r>
              <a:rPr lang="en-US" sz="2800" dirty="0" err="1"/>
              <a:t>korur</a:t>
            </a:r>
            <a:r>
              <a:rPr lang="en-US" sz="2800" dirty="0"/>
              <a:t>.
</a:t>
            </a:r>
            <a:r>
              <a:rPr lang="en-US" sz="2800" dirty="0" err="1"/>
              <a:t>Anahtar</a:t>
            </a:r>
            <a:r>
              <a:rPr lang="en-US" sz="2800" dirty="0"/>
              <a:t> </a:t>
            </a:r>
            <a:r>
              <a:rPr lang="en-US" sz="2800" dirty="0" err="1"/>
              <a:t>avantajlar</a:t>
            </a:r>
            <a:r>
              <a:rPr lang="en-US" sz="2800" dirty="0"/>
              <a:t>:
</a:t>
            </a:r>
            <a:r>
              <a:rPr lang="en-US" sz="2800" dirty="0" err="1"/>
              <a:t>Ticari</a:t>
            </a:r>
            <a:r>
              <a:rPr lang="en-US" sz="2800" dirty="0"/>
              <a:t> </a:t>
            </a:r>
            <a:r>
              <a:rPr lang="en-US" sz="2800" dirty="0" err="1"/>
              <a:t>sırların</a:t>
            </a:r>
            <a:r>
              <a:rPr lang="en-US" sz="2800" dirty="0"/>
              <a:t> </a:t>
            </a:r>
            <a:r>
              <a:rPr lang="en-US" sz="2800" dirty="0" err="1"/>
              <a:t>korunmasında</a:t>
            </a:r>
            <a:r>
              <a:rPr lang="en-US" sz="2800" dirty="0"/>
              <a:t> zaman </a:t>
            </a:r>
            <a:r>
              <a:rPr lang="en-US" sz="2800" dirty="0" err="1"/>
              <a:t>sınırlaması</a:t>
            </a:r>
            <a:r>
              <a:rPr lang="en-US" sz="2800" dirty="0"/>
              <a:t> </a:t>
            </a:r>
            <a:r>
              <a:rPr lang="en-US" sz="2800" dirty="0" err="1"/>
              <a:t>yoktur</a:t>
            </a:r>
            <a:r>
              <a:rPr lang="en-US" sz="2800" dirty="0"/>
              <a:t>
</a:t>
            </a:r>
            <a:r>
              <a:rPr lang="en-US" sz="2800" dirty="0" err="1"/>
              <a:t>Koruma</a:t>
            </a:r>
            <a:r>
              <a:rPr lang="en-US" sz="2800" dirty="0"/>
              <a:t> </a:t>
            </a:r>
            <a:r>
              <a:rPr lang="en-US" sz="2800" dirty="0" err="1"/>
              <a:t>elde</a:t>
            </a:r>
            <a:r>
              <a:rPr lang="en-US" sz="2800" dirty="0"/>
              <a:t> </a:t>
            </a:r>
            <a:r>
              <a:rPr lang="en-US" sz="2800" dirty="0" err="1"/>
              <a:t>etmek</a:t>
            </a:r>
            <a:r>
              <a:rPr lang="en-US" sz="2800" dirty="0"/>
              <a:t> için </a:t>
            </a:r>
            <a:r>
              <a:rPr lang="en-US" sz="2800" dirty="0" err="1"/>
              <a:t>başvuruda</a:t>
            </a:r>
            <a:r>
              <a:rPr lang="en-US" sz="2800" dirty="0"/>
              <a:t> </a:t>
            </a:r>
            <a:r>
              <a:rPr lang="en-US" sz="2800" dirty="0" err="1"/>
              <a:t>bulunmaya</a:t>
            </a:r>
            <a:r>
              <a:rPr lang="en-US" sz="2800" dirty="0"/>
              <a:t>, </a:t>
            </a:r>
            <a:r>
              <a:rPr lang="en-US" sz="2800" dirty="0" err="1"/>
              <a:t>herhangi</a:t>
            </a:r>
            <a:r>
              <a:rPr lang="en-US" sz="2800" dirty="0"/>
              <a:t> </a:t>
            </a:r>
            <a:r>
              <a:rPr lang="en-US" sz="2800" dirty="0" err="1"/>
              <a:t>bir</a:t>
            </a:r>
            <a:r>
              <a:rPr lang="en-US" sz="2800" dirty="0"/>
              <a:t> </a:t>
            </a:r>
            <a:r>
              <a:rPr lang="en-US" sz="2800" dirty="0" err="1"/>
              <a:t>kişi</a:t>
            </a:r>
            <a:r>
              <a:rPr lang="en-US" sz="2800" dirty="0"/>
              <a:t> </a:t>
            </a:r>
            <a:r>
              <a:rPr lang="en-US" sz="2800" dirty="0" err="1"/>
              <a:t>veya</a:t>
            </a:r>
            <a:r>
              <a:rPr lang="en-US" sz="2800" dirty="0"/>
              <a:t> </a:t>
            </a:r>
            <a:r>
              <a:rPr lang="en-US" sz="2800" dirty="0" err="1"/>
              <a:t>kuruma</a:t>
            </a:r>
            <a:r>
              <a:rPr lang="en-US" sz="2800" dirty="0"/>
              <a:t> </a:t>
            </a:r>
            <a:r>
              <a:rPr lang="en-US" sz="2800" dirty="0" err="1"/>
              <a:t>açıklama</a:t>
            </a:r>
            <a:r>
              <a:rPr lang="en-US" sz="2800" dirty="0"/>
              <a:t> </a:t>
            </a:r>
            <a:r>
              <a:rPr lang="en-US" sz="2800" dirty="0" err="1"/>
              <a:t>yapmaya</a:t>
            </a:r>
            <a:r>
              <a:rPr lang="en-US" sz="2800" dirty="0"/>
              <a:t> </a:t>
            </a:r>
            <a:r>
              <a:rPr lang="en-US" sz="2800" dirty="0" err="1"/>
              <a:t>veya</a:t>
            </a:r>
            <a:r>
              <a:rPr lang="en-US" sz="2800" dirty="0"/>
              <a:t> </a:t>
            </a:r>
            <a:r>
              <a:rPr lang="en-US" sz="2800" dirty="0" err="1"/>
              <a:t>ticari</a:t>
            </a:r>
            <a:r>
              <a:rPr lang="en-US" sz="2800" dirty="0"/>
              <a:t> </a:t>
            </a:r>
            <a:r>
              <a:rPr lang="en-US" sz="2800" dirty="0" err="1"/>
              <a:t>sırrı</a:t>
            </a:r>
            <a:r>
              <a:rPr lang="en-US" sz="2800" dirty="0"/>
              <a:t> </a:t>
            </a:r>
            <a:r>
              <a:rPr lang="en-US" sz="2800" dirty="0" err="1"/>
              <a:t>yabancılara</a:t>
            </a:r>
            <a:r>
              <a:rPr lang="en-US" sz="2800" dirty="0"/>
              <a:t> </a:t>
            </a:r>
            <a:r>
              <a:rPr lang="en-US" sz="2800" dirty="0" err="1"/>
              <a:t>ifşa</a:t>
            </a:r>
            <a:r>
              <a:rPr lang="en-US" sz="2800" dirty="0"/>
              <a:t> </a:t>
            </a:r>
            <a:r>
              <a:rPr lang="en-US" sz="2800" dirty="0" err="1"/>
              <a:t>etmeye</a:t>
            </a:r>
            <a:r>
              <a:rPr lang="en-US" sz="2800" dirty="0"/>
              <a:t> </a:t>
            </a:r>
            <a:r>
              <a:rPr lang="en-US" sz="2800" dirty="0" err="1"/>
              <a:t>gerek</a:t>
            </a:r>
            <a:r>
              <a:rPr lang="en-US" sz="2800" dirty="0"/>
              <a:t> yok
</a:t>
            </a:r>
            <a:r>
              <a:rPr lang="en-US" sz="2800" dirty="0" err="1"/>
              <a:t>Ticari</a:t>
            </a:r>
            <a:r>
              <a:rPr lang="en-US" sz="2800" dirty="0"/>
              <a:t> </a:t>
            </a:r>
            <a:r>
              <a:rPr lang="en-US" sz="2800" dirty="0" err="1"/>
              <a:t>sırlar</a:t>
            </a:r>
            <a:r>
              <a:rPr lang="en-US" sz="2800" dirty="0"/>
              <a:t> </a:t>
            </a:r>
            <a:r>
              <a:rPr lang="en-US" sz="2800" dirty="0" err="1"/>
              <a:t>mahkemeler</a:t>
            </a:r>
            <a:r>
              <a:rPr lang="en-US" sz="2800" dirty="0"/>
              <a:t> </a:t>
            </a:r>
            <a:r>
              <a:rPr lang="en-US" sz="2800" dirty="0" err="1"/>
              <a:t>tarafından</a:t>
            </a:r>
            <a:r>
              <a:rPr lang="en-US" sz="2800" dirty="0"/>
              <a:t> </a:t>
            </a:r>
            <a:r>
              <a:rPr lang="en-US" sz="2800" dirty="0" err="1"/>
              <a:t>geçersiz</a:t>
            </a:r>
            <a:r>
              <a:rPr lang="en-US" sz="2800" dirty="0"/>
              <a:t> </a:t>
            </a:r>
            <a:r>
              <a:rPr lang="en-US" sz="2800" dirty="0" err="1"/>
              <a:t>sayılamaz</a:t>
            </a:r>
            <a:endParaRPr lang="en-US" sz="2800" dirty="0"/>
          </a:p>
        </p:txBody>
      </p:sp>
      <p:sp>
        <p:nvSpPr>
          <p:cNvPr id="3" name="Title 2"/>
          <p:cNvSpPr>
            <a:spLocks noGrp="1"/>
          </p:cNvSpPr>
          <p:nvPr>
            <p:ph type="title"/>
          </p:nvPr>
        </p:nvSpPr>
        <p:spPr>
          <a:xfrm>
            <a:off x="762000" y="290459"/>
            <a:ext cx="8026400" cy="527837"/>
          </a:xfrm>
        </p:spPr>
        <p:txBody>
          <a:bodyPr/>
          <a:lstStyle/>
          <a:p>
            <a:r>
              <a:rPr lang="en-US" sz="4000" dirty="0" err="1"/>
              <a:t>Ticari</a:t>
            </a:r>
            <a:r>
              <a:rPr lang="en-US" sz="4000" dirty="0"/>
              <a:t> </a:t>
            </a:r>
            <a:r>
              <a:rPr lang="en-US" sz="4000" dirty="0" err="1"/>
              <a:t>Sırlar</a:t>
            </a:r>
            <a:r>
              <a:rPr lang="en-US" sz="4000" dirty="0"/>
              <a:t>, </a:t>
            </a:r>
            <a:r>
              <a:rPr lang="en-US" sz="4000" dirty="0" err="1"/>
              <a:t>Bölüm</a:t>
            </a:r>
            <a:r>
              <a:rPr lang="en-US" sz="4000" dirty="0"/>
              <a: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7891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4628960"/>
          </a:xfrm>
        </p:spPr>
        <p:txBody>
          <a:bodyPr/>
          <a:lstStyle/>
          <a:p>
            <a:r>
              <a:rPr lang="en-US" sz="2400" dirty="0" err="1"/>
              <a:t>Ticari</a:t>
            </a:r>
            <a:r>
              <a:rPr lang="en-US" sz="2400" dirty="0"/>
              <a:t> </a:t>
            </a:r>
            <a:r>
              <a:rPr lang="en-US" sz="2400" dirty="0" err="1"/>
              <a:t>sır</a:t>
            </a:r>
            <a:r>
              <a:rPr lang="en-US" sz="2400" dirty="0"/>
              <a:t> </a:t>
            </a:r>
            <a:r>
              <a:rPr lang="en-US" sz="2400" dirty="0" err="1"/>
              <a:t>yasaları</a:t>
            </a:r>
            <a:r>
              <a:rPr lang="en-US" sz="2400" dirty="0"/>
              <a:t> </a:t>
            </a:r>
            <a:r>
              <a:rPr lang="en-US" sz="2400" dirty="0" err="1"/>
              <a:t>ülkeden</a:t>
            </a:r>
            <a:r>
              <a:rPr lang="en-US" sz="2400" dirty="0"/>
              <a:t> </a:t>
            </a:r>
            <a:r>
              <a:rPr lang="en-US" sz="2400" dirty="0" err="1"/>
              <a:t>ülkeye</a:t>
            </a:r>
            <a:r>
              <a:rPr lang="en-US" sz="2400" dirty="0"/>
              <a:t> </a:t>
            </a:r>
            <a:r>
              <a:rPr lang="en-US" sz="2400" dirty="0" err="1"/>
              <a:t>büyük</a:t>
            </a:r>
            <a:r>
              <a:rPr lang="en-US" sz="2400" dirty="0"/>
              <a:t> </a:t>
            </a:r>
            <a:r>
              <a:rPr lang="en-US" sz="2400" dirty="0" err="1"/>
              <a:t>farklılıklar</a:t>
            </a:r>
            <a:r>
              <a:rPr lang="en-US" sz="2400" dirty="0"/>
              <a:t> </a:t>
            </a:r>
            <a:r>
              <a:rPr lang="en-US" sz="2400" dirty="0" err="1"/>
              <a:t>gösterir</a:t>
            </a:r>
            <a:r>
              <a:rPr lang="en-US" sz="2400" dirty="0"/>
              <a:t>.
ABD </a:t>
            </a:r>
            <a:r>
              <a:rPr lang="en-US" sz="2400" dirty="0" err="1"/>
              <a:t>ticari</a:t>
            </a:r>
            <a:r>
              <a:rPr lang="en-US" sz="2400" dirty="0"/>
              <a:t> </a:t>
            </a:r>
            <a:r>
              <a:rPr lang="en-US" sz="2400" dirty="0" err="1"/>
              <a:t>sır</a:t>
            </a:r>
            <a:r>
              <a:rPr lang="en-US" sz="2400" dirty="0"/>
              <a:t> </a:t>
            </a:r>
            <a:r>
              <a:rPr lang="en-US" sz="2400" dirty="0" err="1"/>
              <a:t>yasaları</a:t>
            </a:r>
            <a:r>
              <a:rPr lang="en-US" sz="2400" dirty="0"/>
              <a:t>:
</a:t>
            </a:r>
            <a:r>
              <a:rPr lang="en-US" sz="2400" dirty="0" err="1"/>
              <a:t>Tekdüzen</a:t>
            </a:r>
            <a:r>
              <a:rPr lang="en-US" sz="2400" dirty="0"/>
              <a:t> </a:t>
            </a:r>
            <a:r>
              <a:rPr lang="en-US" sz="2400" dirty="0" err="1"/>
              <a:t>Ticari</a:t>
            </a:r>
            <a:r>
              <a:rPr lang="en-US" sz="2400" dirty="0"/>
              <a:t> </a:t>
            </a:r>
            <a:r>
              <a:rPr lang="en-US" sz="2400" dirty="0" err="1"/>
              <a:t>Sırlar</a:t>
            </a:r>
            <a:r>
              <a:rPr lang="en-US" sz="2400" dirty="0"/>
              <a:t> </a:t>
            </a:r>
            <a:r>
              <a:rPr lang="en-US" sz="2400" dirty="0" err="1"/>
              <a:t>Yasası</a:t>
            </a:r>
            <a:r>
              <a:rPr lang="en-US" sz="2400" dirty="0"/>
              <a:t> (UTSA): </a:t>
            </a:r>
            <a:r>
              <a:rPr lang="en-US" sz="2400" dirty="0" err="1"/>
              <a:t>Ticari</a:t>
            </a:r>
            <a:r>
              <a:rPr lang="en-US" sz="2400" dirty="0"/>
              <a:t> </a:t>
            </a:r>
            <a:r>
              <a:rPr lang="en-US" sz="2400" dirty="0" err="1"/>
              <a:t>sır</a:t>
            </a:r>
            <a:r>
              <a:rPr lang="en-US" sz="2400" dirty="0"/>
              <a:t> </a:t>
            </a:r>
            <a:r>
              <a:rPr lang="en-US" sz="2400" dirty="0" err="1"/>
              <a:t>hukuku</a:t>
            </a:r>
            <a:r>
              <a:rPr lang="en-US" sz="2400" dirty="0"/>
              <a:t> </a:t>
            </a:r>
            <a:r>
              <a:rPr lang="en-US" sz="2400" dirty="0" err="1"/>
              <a:t>alanında</a:t>
            </a:r>
            <a:r>
              <a:rPr lang="en-US" sz="2400" dirty="0"/>
              <a:t> </a:t>
            </a:r>
            <a:r>
              <a:rPr lang="en-US" sz="2400" dirty="0" err="1"/>
              <a:t>eyaletler</a:t>
            </a:r>
            <a:r>
              <a:rPr lang="en-US" sz="2400" dirty="0"/>
              <a:t> </a:t>
            </a:r>
            <a:r>
              <a:rPr lang="en-US" sz="2400" dirty="0" err="1"/>
              <a:t>arasında</a:t>
            </a:r>
            <a:r>
              <a:rPr lang="en-US" sz="2400" dirty="0"/>
              <a:t> </a:t>
            </a:r>
            <a:r>
              <a:rPr lang="en-US" sz="2400" dirty="0" err="1"/>
              <a:t>tekdüzelik</a:t>
            </a:r>
            <a:r>
              <a:rPr lang="en-US" sz="2400" dirty="0"/>
              <a:t> </a:t>
            </a:r>
            <a:r>
              <a:rPr lang="en-US" sz="2400" dirty="0" err="1"/>
              <a:t>sağlandı</a:t>
            </a:r>
            <a:r>
              <a:rPr lang="en-US" sz="2400" dirty="0"/>
              <a:t>
1996 </a:t>
            </a:r>
            <a:r>
              <a:rPr lang="en-US" sz="2400" dirty="0" err="1"/>
              <a:t>tarihli</a:t>
            </a:r>
            <a:r>
              <a:rPr lang="en-US" sz="2400" dirty="0"/>
              <a:t> </a:t>
            </a:r>
            <a:r>
              <a:rPr lang="en-US" sz="2400" dirty="0" err="1"/>
              <a:t>Ekonomik</a:t>
            </a:r>
            <a:r>
              <a:rPr lang="en-US" sz="2400" dirty="0"/>
              <a:t> </a:t>
            </a:r>
            <a:r>
              <a:rPr lang="en-US" sz="2400" dirty="0" err="1"/>
              <a:t>Casusluk</a:t>
            </a:r>
            <a:r>
              <a:rPr lang="en-US" sz="2400" dirty="0"/>
              <a:t> </a:t>
            </a:r>
            <a:r>
              <a:rPr lang="en-US" sz="2400" dirty="0" err="1"/>
              <a:t>Yasası</a:t>
            </a:r>
            <a:r>
              <a:rPr lang="en-US" sz="2400" dirty="0"/>
              <a:t> (AEA): </a:t>
            </a:r>
            <a:r>
              <a:rPr lang="en-US" sz="2400" dirty="0" err="1"/>
              <a:t>Ticari</a:t>
            </a:r>
            <a:r>
              <a:rPr lang="en-US" sz="2400" dirty="0"/>
              <a:t> </a:t>
            </a:r>
            <a:r>
              <a:rPr lang="en-US" sz="2400" dirty="0" err="1"/>
              <a:t>sırların</a:t>
            </a:r>
            <a:r>
              <a:rPr lang="en-US" sz="2400" dirty="0"/>
              <a:t> </a:t>
            </a:r>
            <a:r>
              <a:rPr lang="en-US" sz="2400" dirty="0" err="1"/>
              <a:t>çalınması</a:t>
            </a:r>
            <a:r>
              <a:rPr lang="en-US" sz="2400" dirty="0"/>
              <a:t> için </a:t>
            </a:r>
            <a:r>
              <a:rPr lang="en-US" sz="2400" dirty="0" err="1"/>
              <a:t>cezalar</a:t>
            </a:r>
            <a:r>
              <a:rPr lang="en-US" sz="2400" dirty="0"/>
              <a:t> </a:t>
            </a:r>
            <a:r>
              <a:rPr lang="en-US" sz="2400" dirty="0" err="1"/>
              <a:t>uygular</a:t>
            </a:r>
            <a:r>
              <a:rPr lang="en-US" sz="2400" dirty="0"/>
              <a:t>
2016 </a:t>
            </a:r>
            <a:r>
              <a:rPr lang="en-US" sz="2400" dirty="0" err="1"/>
              <a:t>Ticari</a:t>
            </a:r>
            <a:r>
              <a:rPr lang="en-US" sz="2400" dirty="0"/>
              <a:t> </a:t>
            </a:r>
            <a:r>
              <a:rPr lang="en-US" sz="2400" dirty="0" err="1"/>
              <a:t>Sırları</a:t>
            </a:r>
            <a:r>
              <a:rPr lang="en-US" sz="2400" dirty="0"/>
              <a:t> </a:t>
            </a:r>
            <a:r>
              <a:rPr lang="en-US" sz="2400" dirty="0" err="1"/>
              <a:t>Savunma</a:t>
            </a:r>
            <a:r>
              <a:rPr lang="en-US" sz="2400" dirty="0"/>
              <a:t> </a:t>
            </a:r>
            <a:r>
              <a:rPr lang="en-US" sz="2400" dirty="0" err="1"/>
              <a:t>Yasası</a:t>
            </a:r>
            <a:r>
              <a:rPr lang="en-US" sz="2400" dirty="0"/>
              <a:t>: </a:t>
            </a:r>
            <a:r>
              <a:rPr lang="en-US" sz="2400" dirty="0" err="1"/>
              <a:t>EEA'yı</a:t>
            </a:r>
            <a:r>
              <a:rPr lang="en-US" sz="2400" dirty="0"/>
              <a:t> </a:t>
            </a:r>
            <a:r>
              <a:rPr lang="en-US" sz="2400" dirty="0" err="1"/>
              <a:t>ticari</a:t>
            </a:r>
            <a:r>
              <a:rPr lang="en-US" sz="2400" dirty="0"/>
              <a:t> </a:t>
            </a:r>
            <a:r>
              <a:rPr lang="en-US" sz="2400" dirty="0" err="1"/>
              <a:t>sırların</a:t>
            </a:r>
            <a:r>
              <a:rPr lang="en-US" sz="2400" dirty="0"/>
              <a:t> </a:t>
            </a:r>
            <a:r>
              <a:rPr lang="en-US" sz="2400" dirty="0" err="1"/>
              <a:t>kötüye</a:t>
            </a:r>
            <a:r>
              <a:rPr lang="en-US" sz="2400" dirty="0"/>
              <a:t> </a:t>
            </a:r>
            <a:r>
              <a:rPr lang="en-US" sz="2400" dirty="0" err="1"/>
              <a:t>kullanılması</a:t>
            </a:r>
            <a:r>
              <a:rPr lang="en-US" sz="2400" dirty="0"/>
              <a:t> için federal </a:t>
            </a:r>
            <a:r>
              <a:rPr lang="en-US" sz="2400" dirty="0" err="1"/>
              <a:t>bir</a:t>
            </a:r>
            <a:r>
              <a:rPr lang="en-US" sz="2400" dirty="0"/>
              <a:t> </a:t>
            </a:r>
            <a:r>
              <a:rPr lang="en-US" sz="2400" dirty="0" err="1"/>
              <a:t>hukuk</a:t>
            </a:r>
            <a:r>
              <a:rPr lang="en-US" sz="2400" dirty="0"/>
              <a:t> </a:t>
            </a:r>
            <a:r>
              <a:rPr lang="en-US" sz="2400" dirty="0" err="1"/>
              <a:t>yolu</a:t>
            </a:r>
            <a:r>
              <a:rPr lang="en-US" sz="2400" dirty="0"/>
              <a:t> </a:t>
            </a:r>
            <a:r>
              <a:rPr lang="en-US" sz="2400" dirty="0" err="1"/>
              <a:t>oluşturacak</a:t>
            </a:r>
            <a:r>
              <a:rPr lang="en-US" sz="2400" dirty="0"/>
              <a:t> </a:t>
            </a:r>
            <a:r>
              <a:rPr lang="en-US" sz="2400" dirty="0" err="1"/>
              <a:t>şekilde</a:t>
            </a:r>
            <a:r>
              <a:rPr lang="en-US" sz="2400" dirty="0"/>
              <a:t> </a:t>
            </a:r>
            <a:r>
              <a:rPr lang="en-US" sz="2400" dirty="0" err="1"/>
              <a:t>değiştirdi</a:t>
            </a:r>
            <a:r>
              <a:rPr lang="en-US" sz="2400" dirty="0"/>
              <a:t>
</a:t>
            </a:r>
            <a:r>
              <a:rPr lang="en-US" sz="2400" dirty="0" err="1"/>
              <a:t>Kötüye</a:t>
            </a:r>
            <a:r>
              <a:rPr lang="en-US" sz="2400" dirty="0"/>
              <a:t> </a:t>
            </a:r>
            <a:r>
              <a:rPr lang="en-US" sz="2400" dirty="0" err="1"/>
              <a:t>kullanılan</a:t>
            </a:r>
            <a:r>
              <a:rPr lang="en-US" sz="2400" dirty="0"/>
              <a:t> </a:t>
            </a:r>
            <a:r>
              <a:rPr lang="en-US" sz="2400" dirty="0" err="1"/>
              <a:t>ticari</a:t>
            </a:r>
            <a:r>
              <a:rPr lang="en-US" sz="2400" dirty="0"/>
              <a:t> </a:t>
            </a:r>
            <a:r>
              <a:rPr lang="en-US" sz="2400" dirty="0" err="1"/>
              <a:t>sırrın</a:t>
            </a:r>
            <a:r>
              <a:rPr lang="en-US" sz="2400" dirty="0"/>
              <a:t> </a:t>
            </a:r>
            <a:r>
              <a:rPr lang="en-US" sz="2400" dirty="0" err="1"/>
              <a:t>yayılmasını</a:t>
            </a:r>
            <a:r>
              <a:rPr lang="en-US" sz="2400" dirty="0"/>
              <a:t> </a:t>
            </a:r>
            <a:r>
              <a:rPr lang="en-US" sz="2400" dirty="0" err="1"/>
              <a:t>önlemek</a:t>
            </a:r>
            <a:r>
              <a:rPr lang="en-US" sz="2400" dirty="0"/>
              <a:t> için </a:t>
            </a:r>
            <a:r>
              <a:rPr lang="en-US" sz="2400" dirty="0" err="1"/>
              <a:t>belirli</a:t>
            </a:r>
            <a:r>
              <a:rPr lang="en-US" sz="2400" dirty="0"/>
              <a:t> </a:t>
            </a:r>
            <a:r>
              <a:rPr lang="en-US" sz="2400" dirty="0" err="1"/>
              <a:t>koşullar</a:t>
            </a:r>
            <a:r>
              <a:rPr lang="en-US" sz="2400" dirty="0"/>
              <a:t> </a:t>
            </a:r>
            <a:r>
              <a:rPr lang="en-US" sz="2400" dirty="0" err="1"/>
              <a:t>altında</a:t>
            </a:r>
            <a:r>
              <a:rPr lang="en-US" sz="2400" dirty="0"/>
              <a:t> </a:t>
            </a:r>
            <a:r>
              <a:rPr lang="en-US" sz="2400" dirty="0" err="1"/>
              <a:t>mülke</a:t>
            </a:r>
            <a:r>
              <a:rPr lang="en-US" sz="2400" dirty="0"/>
              <a:t> </a:t>
            </a:r>
            <a:r>
              <a:rPr lang="en-US" sz="2400" dirty="0" err="1"/>
              <a:t>el</a:t>
            </a:r>
            <a:r>
              <a:rPr lang="en-US" sz="2400" dirty="0"/>
              <a:t> </a:t>
            </a:r>
            <a:r>
              <a:rPr lang="en-US" sz="2400" dirty="0" err="1"/>
              <a:t>konulmasına</a:t>
            </a:r>
            <a:r>
              <a:rPr lang="en-US" sz="2400" dirty="0"/>
              <a:t> </a:t>
            </a:r>
            <a:r>
              <a:rPr lang="en-US" sz="2400" dirty="0" err="1"/>
              <a:t>izin</a:t>
            </a:r>
            <a:r>
              <a:rPr lang="en-US" sz="2400" dirty="0"/>
              <a:t> </a:t>
            </a:r>
            <a:r>
              <a:rPr lang="en-US" sz="2400" dirty="0" err="1"/>
              <a:t>verir</a:t>
            </a:r>
            <a:endParaRPr lang="en-US" sz="2400" dirty="0"/>
          </a:p>
        </p:txBody>
      </p:sp>
      <p:sp>
        <p:nvSpPr>
          <p:cNvPr id="3" name="Title 2"/>
          <p:cNvSpPr>
            <a:spLocks noGrp="1"/>
          </p:cNvSpPr>
          <p:nvPr>
            <p:ph type="title"/>
          </p:nvPr>
        </p:nvSpPr>
        <p:spPr>
          <a:xfrm>
            <a:off x="762000" y="290459"/>
            <a:ext cx="8026400" cy="527837"/>
          </a:xfrm>
        </p:spPr>
        <p:txBody>
          <a:bodyPr/>
          <a:lstStyle/>
          <a:p>
            <a:r>
              <a:rPr lang="en-US" sz="4000" dirty="0" err="1"/>
              <a:t>Ticari</a:t>
            </a:r>
            <a:r>
              <a:rPr lang="en-US" sz="4000" dirty="0"/>
              <a:t> </a:t>
            </a:r>
            <a:r>
              <a:rPr lang="en-US" sz="4000" dirty="0" err="1"/>
              <a:t>Sırlar</a:t>
            </a:r>
            <a:r>
              <a:rPr lang="en-US" sz="4000" dirty="0"/>
              <a:t>, </a:t>
            </a:r>
            <a:r>
              <a:rPr lang="en-US" sz="4000" dirty="0" err="1"/>
              <a:t>Bölüm</a:t>
            </a:r>
            <a:r>
              <a:rPr lang="en-US" sz="4000" dirty="0"/>
              <a: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34023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3173176"/>
          </a:xfrm>
        </p:spPr>
        <p:txBody>
          <a:bodyPr/>
          <a:lstStyle/>
          <a:p>
            <a:r>
              <a:rPr lang="en-US" sz="2800" dirty="0" err="1"/>
              <a:t>Çalışanlar</a:t>
            </a:r>
            <a:r>
              <a:rPr lang="en-US" sz="2800" dirty="0"/>
              <a:t>, </a:t>
            </a:r>
            <a:r>
              <a:rPr lang="en-US" sz="2800" dirty="0" err="1"/>
              <a:t>şirket</a:t>
            </a:r>
            <a:r>
              <a:rPr lang="en-US" sz="2800" dirty="0"/>
              <a:t> </a:t>
            </a:r>
            <a:r>
              <a:rPr lang="en-US" sz="2800" dirty="0" err="1"/>
              <a:t>ticari</a:t>
            </a:r>
            <a:r>
              <a:rPr lang="en-US" sz="2800" dirty="0"/>
              <a:t> </a:t>
            </a:r>
            <a:r>
              <a:rPr lang="en-US" sz="2800" dirty="0" err="1"/>
              <a:t>sırlarının</a:t>
            </a:r>
            <a:r>
              <a:rPr lang="en-US" sz="2800" dirty="0"/>
              <a:t> </a:t>
            </a:r>
            <a:r>
              <a:rPr lang="en-US" sz="2800" dirty="0" err="1"/>
              <a:t>kaybolması</a:t>
            </a:r>
            <a:r>
              <a:rPr lang="en-US" sz="2800" dirty="0"/>
              <a:t> için </a:t>
            </a:r>
            <a:r>
              <a:rPr lang="en-US" sz="2800" dirty="0" err="1"/>
              <a:t>en</a:t>
            </a:r>
            <a:r>
              <a:rPr lang="en-US" sz="2800" dirty="0"/>
              <a:t> </a:t>
            </a:r>
            <a:r>
              <a:rPr lang="en-US" sz="2800" dirty="0" err="1"/>
              <a:t>büyük</a:t>
            </a:r>
            <a:r>
              <a:rPr lang="en-US" sz="2800" dirty="0"/>
              <a:t> </a:t>
            </a:r>
            <a:r>
              <a:rPr lang="en-US" sz="2800" dirty="0" err="1"/>
              <a:t>tehdittir</a:t>
            </a:r>
            <a:r>
              <a:rPr lang="en-US" sz="2800" dirty="0"/>
              <a:t>.
</a:t>
            </a:r>
            <a:r>
              <a:rPr lang="en-US" sz="2800" dirty="0" err="1"/>
              <a:t>İfşa</a:t>
            </a:r>
            <a:r>
              <a:rPr lang="en-US" sz="2800" dirty="0"/>
              <a:t> </a:t>
            </a:r>
            <a:r>
              <a:rPr lang="en-US" sz="2800" dirty="0" err="1"/>
              <a:t>etmeme</a:t>
            </a:r>
            <a:r>
              <a:rPr lang="en-US" sz="2800" dirty="0"/>
              <a:t> </a:t>
            </a:r>
            <a:r>
              <a:rPr lang="en-US" sz="2800" dirty="0" err="1"/>
              <a:t>maddesi</a:t>
            </a:r>
            <a:r>
              <a:rPr lang="en-US" sz="2800" dirty="0"/>
              <a:t>: Bir </a:t>
            </a:r>
            <a:r>
              <a:rPr lang="en-US" sz="2800" dirty="0" err="1"/>
              <a:t>çalışanın</a:t>
            </a:r>
            <a:r>
              <a:rPr lang="en-US" sz="2800" dirty="0"/>
              <a:t> </a:t>
            </a:r>
            <a:r>
              <a:rPr lang="en-US" sz="2800" dirty="0" err="1"/>
              <a:t>şirket</a:t>
            </a:r>
            <a:r>
              <a:rPr lang="en-US" sz="2800" dirty="0"/>
              <a:t> </a:t>
            </a:r>
            <a:r>
              <a:rPr lang="en-US" sz="2800" dirty="0" err="1"/>
              <a:t>sırlarını</a:t>
            </a:r>
            <a:r>
              <a:rPr lang="en-US" sz="2800" dirty="0"/>
              <a:t> </a:t>
            </a:r>
            <a:r>
              <a:rPr lang="en-US" sz="2800" dirty="0" err="1"/>
              <a:t>ifşa</a:t>
            </a:r>
            <a:r>
              <a:rPr lang="en-US" sz="2800" dirty="0"/>
              <a:t> </a:t>
            </a:r>
            <a:r>
              <a:rPr lang="en-US" sz="2800" dirty="0" err="1"/>
              <a:t>etmesini</a:t>
            </a:r>
            <a:r>
              <a:rPr lang="en-US" sz="2800" dirty="0"/>
              <a:t> </a:t>
            </a:r>
            <a:r>
              <a:rPr lang="en-US" sz="2800" dirty="0" err="1"/>
              <a:t>özellikle</a:t>
            </a:r>
            <a:r>
              <a:rPr lang="en-US" sz="2800" dirty="0"/>
              <a:t> </a:t>
            </a:r>
            <a:r>
              <a:rPr lang="en-US" sz="2800" dirty="0" err="1"/>
              <a:t>yasaklayan</a:t>
            </a:r>
            <a:r>
              <a:rPr lang="en-US" sz="2800" dirty="0"/>
              <a:t> </a:t>
            </a:r>
            <a:r>
              <a:rPr lang="en-US" sz="2800" dirty="0" err="1"/>
              <a:t>bir</a:t>
            </a:r>
            <a:r>
              <a:rPr lang="en-US" sz="2800" dirty="0"/>
              <a:t> </a:t>
            </a:r>
            <a:r>
              <a:rPr lang="en-US" sz="2800" dirty="0" err="1"/>
              <a:t>iş</a:t>
            </a:r>
            <a:r>
              <a:rPr lang="en-US" sz="2800" dirty="0"/>
              <a:t> </a:t>
            </a:r>
            <a:r>
              <a:rPr lang="en-US" sz="2800" dirty="0" err="1"/>
              <a:t>sözleşmesinin</a:t>
            </a:r>
            <a:r>
              <a:rPr lang="en-US" sz="2800" dirty="0"/>
              <a:t> </a:t>
            </a:r>
            <a:r>
              <a:rPr lang="en-US" sz="2800" dirty="0" err="1"/>
              <a:t>parçası</a:t>
            </a:r>
            <a:r>
              <a:rPr lang="en-US" sz="2800" dirty="0"/>
              <a:t>
</a:t>
            </a:r>
            <a:r>
              <a:rPr lang="en-US" sz="2800" dirty="0" err="1"/>
              <a:t>Rekabet</a:t>
            </a:r>
            <a:r>
              <a:rPr lang="en-US" sz="2800" dirty="0"/>
              <a:t> </a:t>
            </a:r>
            <a:r>
              <a:rPr lang="en-US" sz="2800" dirty="0" err="1"/>
              <a:t>etmeme</a:t>
            </a:r>
            <a:r>
              <a:rPr lang="en-US" sz="2800" dirty="0"/>
              <a:t> </a:t>
            </a:r>
            <a:r>
              <a:rPr lang="en-US" sz="2800" dirty="0" err="1"/>
              <a:t>sözleşmesi</a:t>
            </a:r>
            <a:r>
              <a:rPr lang="en-US" sz="2800" dirty="0"/>
              <a:t>: Bir </a:t>
            </a:r>
            <a:r>
              <a:rPr lang="en-US" sz="2800" dirty="0" err="1"/>
              <a:t>çalışanın</a:t>
            </a:r>
            <a:r>
              <a:rPr lang="en-US" sz="2800" dirty="0"/>
              <a:t> </a:t>
            </a:r>
            <a:r>
              <a:rPr lang="en-US" sz="2800" dirty="0" err="1"/>
              <a:t>belirli</a:t>
            </a:r>
            <a:r>
              <a:rPr lang="en-US" sz="2800" dirty="0"/>
              <a:t> </a:t>
            </a:r>
            <a:r>
              <a:rPr lang="en-US" sz="2800" dirty="0" err="1"/>
              <a:t>bir</a:t>
            </a:r>
            <a:r>
              <a:rPr lang="en-US" sz="2800" dirty="0"/>
              <a:t> </a:t>
            </a:r>
            <a:r>
              <a:rPr lang="en-US" sz="2800" dirty="0" err="1"/>
              <a:t>süre</a:t>
            </a:r>
            <a:r>
              <a:rPr lang="en-US" sz="2800" dirty="0"/>
              <a:t> için </a:t>
            </a:r>
            <a:r>
              <a:rPr lang="en-US" sz="2800" dirty="0" err="1"/>
              <a:t>herhangi</a:t>
            </a:r>
            <a:r>
              <a:rPr lang="en-US" sz="2800" dirty="0"/>
              <a:t> </a:t>
            </a:r>
            <a:r>
              <a:rPr lang="en-US" sz="2800" dirty="0" err="1"/>
              <a:t>bir</a:t>
            </a:r>
            <a:r>
              <a:rPr lang="en-US" sz="2800" dirty="0"/>
              <a:t> </a:t>
            </a:r>
            <a:r>
              <a:rPr lang="en-US" sz="2800" dirty="0" err="1"/>
              <a:t>rakip</a:t>
            </a:r>
            <a:r>
              <a:rPr lang="en-US" sz="2800" dirty="0"/>
              <a:t> için </a:t>
            </a:r>
            <a:r>
              <a:rPr lang="en-US" sz="2800" dirty="0" err="1"/>
              <a:t>çalışmasını</a:t>
            </a:r>
            <a:r>
              <a:rPr lang="en-US" sz="2800" dirty="0"/>
              <a:t> </a:t>
            </a:r>
            <a:r>
              <a:rPr lang="en-US" sz="2800" dirty="0" err="1"/>
              <a:t>yasaklayan</a:t>
            </a:r>
            <a:r>
              <a:rPr lang="en-US" sz="2800" dirty="0"/>
              <a:t> </a:t>
            </a:r>
            <a:r>
              <a:rPr lang="en-US" sz="2800" dirty="0" err="1"/>
              <a:t>bir</a:t>
            </a:r>
            <a:r>
              <a:rPr lang="en-US" sz="2800" dirty="0"/>
              <a:t> </a:t>
            </a:r>
            <a:r>
              <a:rPr lang="en-US" sz="2800" dirty="0" err="1"/>
              <a:t>iş</a:t>
            </a:r>
            <a:r>
              <a:rPr lang="en-US" sz="2800" dirty="0"/>
              <a:t> </a:t>
            </a:r>
            <a:r>
              <a:rPr lang="en-US" sz="2800" dirty="0" err="1"/>
              <a:t>sözleşmesinin</a:t>
            </a:r>
            <a:r>
              <a:rPr lang="en-US" sz="2800" dirty="0"/>
              <a:t> </a:t>
            </a:r>
            <a:r>
              <a:rPr lang="en-US" sz="2800" dirty="0" err="1"/>
              <a:t>parçası</a:t>
            </a:r>
            <a:endParaRPr lang="en-US" sz="2800" dirty="0"/>
          </a:p>
        </p:txBody>
      </p:sp>
      <p:sp>
        <p:nvSpPr>
          <p:cNvPr id="3" name="Title 2"/>
          <p:cNvSpPr>
            <a:spLocks noGrp="1"/>
          </p:cNvSpPr>
          <p:nvPr>
            <p:ph type="title"/>
          </p:nvPr>
        </p:nvSpPr>
        <p:spPr>
          <a:xfrm>
            <a:off x="762000" y="290459"/>
            <a:ext cx="8026400" cy="527837"/>
          </a:xfrm>
        </p:spPr>
        <p:txBody>
          <a:bodyPr/>
          <a:lstStyle/>
          <a:p>
            <a:r>
              <a:rPr lang="en-US" sz="4000" dirty="0" err="1"/>
              <a:t>Ticari</a:t>
            </a:r>
            <a:r>
              <a:rPr lang="en-US" sz="4000" dirty="0"/>
              <a:t> </a:t>
            </a:r>
            <a:r>
              <a:rPr lang="en-US" sz="4000" dirty="0" err="1"/>
              <a:t>Sırlar</a:t>
            </a:r>
            <a:r>
              <a:rPr lang="en-US" sz="4000" dirty="0"/>
              <a:t>, </a:t>
            </a:r>
            <a:r>
              <a:rPr lang="en-US" sz="4000" dirty="0" err="1"/>
              <a:t>Bölüm</a:t>
            </a:r>
            <a:r>
              <a:rPr lang="en-US" sz="4000" dirty="0"/>
              <a:t> 4</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49617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484578"/>
          </a:xfrm>
        </p:spPr>
        <p:txBody>
          <a:bodyPr/>
          <a:lstStyle/>
          <a:p>
            <a:r>
              <a:rPr lang="en-US" sz="2400" dirty="0" err="1"/>
              <a:t>İntihal</a:t>
            </a:r>
            <a:r>
              <a:rPr lang="en-US" sz="2400" dirty="0"/>
              <a:t>: </a:t>
            </a:r>
            <a:r>
              <a:rPr lang="en-US" sz="2400" dirty="0" err="1"/>
              <a:t>Birinin</a:t>
            </a:r>
            <a:r>
              <a:rPr lang="en-US" sz="2400" dirty="0"/>
              <a:t> </a:t>
            </a:r>
            <a:r>
              <a:rPr lang="en-US" sz="2400" dirty="0" err="1"/>
              <a:t>fikirlerini</a:t>
            </a:r>
            <a:r>
              <a:rPr lang="en-US" sz="2400" dirty="0"/>
              <a:t> </a:t>
            </a:r>
            <a:r>
              <a:rPr lang="en-US" sz="2400" dirty="0" err="1"/>
              <a:t>veya</a:t>
            </a:r>
            <a:r>
              <a:rPr lang="en-US" sz="2400" dirty="0"/>
              <a:t> </a:t>
            </a:r>
            <a:r>
              <a:rPr lang="en-US" sz="2400" dirty="0" err="1"/>
              <a:t>sözlerini</a:t>
            </a:r>
            <a:r>
              <a:rPr lang="en-US" sz="2400" dirty="0"/>
              <a:t> </a:t>
            </a:r>
            <a:r>
              <a:rPr lang="en-US" sz="2400" dirty="0" err="1"/>
              <a:t>çalma</a:t>
            </a:r>
            <a:r>
              <a:rPr lang="en-US" sz="2400" dirty="0"/>
              <a:t> </a:t>
            </a:r>
            <a:r>
              <a:rPr lang="en-US" sz="2400" dirty="0" err="1"/>
              <a:t>ve</a:t>
            </a:r>
            <a:r>
              <a:rPr lang="en-US" sz="2400" dirty="0"/>
              <a:t> </a:t>
            </a:r>
            <a:r>
              <a:rPr lang="en-US" sz="2400" dirty="0" err="1"/>
              <a:t>bunları</a:t>
            </a:r>
            <a:r>
              <a:rPr lang="en-US" sz="2400" dirty="0"/>
              <a:t> </a:t>
            </a:r>
            <a:r>
              <a:rPr lang="en-US" sz="2400" dirty="0" err="1"/>
              <a:t>kendisininmiş</a:t>
            </a:r>
            <a:r>
              <a:rPr lang="en-US" sz="2400" dirty="0"/>
              <a:t> </a:t>
            </a:r>
            <a:r>
              <a:rPr lang="en-US" sz="2400" dirty="0" err="1"/>
              <a:t>gibi</a:t>
            </a:r>
            <a:r>
              <a:rPr lang="en-US" sz="2400" dirty="0"/>
              <a:t> </a:t>
            </a:r>
            <a:r>
              <a:rPr lang="en-US" sz="2400" dirty="0" err="1"/>
              <a:t>gösterme</a:t>
            </a:r>
            <a:r>
              <a:rPr lang="en-US" sz="2400" dirty="0"/>
              <a:t> </a:t>
            </a:r>
            <a:r>
              <a:rPr lang="en-US" sz="2400" dirty="0" err="1"/>
              <a:t>eylemi</a:t>
            </a:r>
            <a:r>
              <a:rPr lang="en-US" sz="2400" dirty="0"/>
              <a:t>
</a:t>
            </a:r>
            <a:r>
              <a:rPr lang="en-US" sz="2400" dirty="0" err="1"/>
              <a:t>Okulların</a:t>
            </a:r>
            <a:r>
              <a:rPr lang="en-US" sz="2400" dirty="0"/>
              <a:t> </a:t>
            </a:r>
            <a:r>
              <a:rPr lang="en-US" sz="2400" dirty="0" err="1"/>
              <a:t>öğrenci</a:t>
            </a:r>
            <a:r>
              <a:rPr lang="en-US" sz="2400" dirty="0"/>
              <a:t> </a:t>
            </a:r>
            <a:r>
              <a:rPr lang="en-US" sz="2400" dirty="0" err="1"/>
              <a:t>intihalliyle</a:t>
            </a:r>
            <a:r>
              <a:rPr lang="en-US" sz="2400" dirty="0"/>
              <a:t> </a:t>
            </a:r>
            <a:r>
              <a:rPr lang="en-US" sz="2400" dirty="0" err="1"/>
              <a:t>mücadele</a:t>
            </a:r>
            <a:r>
              <a:rPr lang="en-US" sz="2400" dirty="0"/>
              <a:t> </a:t>
            </a:r>
            <a:r>
              <a:rPr lang="en-US" sz="2400" dirty="0" err="1"/>
              <a:t>etmek</a:t>
            </a:r>
            <a:r>
              <a:rPr lang="en-US" sz="2400" dirty="0"/>
              <a:t> için </a:t>
            </a:r>
            <a:r>
              <a:rPr lang="en-US" sz="2400" dirty="0" err="1"/>
              <a:t>yapabileceği</a:t>
            </a:r>
            <a:r>
              <a:rPr lang="en-US" sz="2400" dirty="0"/>
              <a:t> </a:t>
            </a:r>
            <a:r>
              <a:rPr lang="en-US" sz="2400" dirty="0" err="1"/>
              <a:t>eylemler</a:t>
            </a:r>
            <a:r>
              <a:rPr lang="en-US" sz="2400" dirty="0"/>
              <a:t>:
</a:t>
            </a:r>
            <a:r>
              <a:rPr lang="en-US" sz="2400" dirty="0" err="1"/>
              <a:t>Öğrencilerin</a:t>
            </a:r>
            <a:r>
              <a:rPr lang="en-US" sz="2400" dirty="0"/>
              <a:t> </a:t>
            </a:r>
            <a:r>
              <a:rPr lang="en-US" sz="2400" dirty="0" err="1"/>
              <a:t>neyin</a:t>
            </a:r>
            <a:r>
              <a:rPr lang="en-US" sz="2400" dirty="0"/>
              <a:t> </a:t>
            </a:r>
            <a:r>
              <a:rPr lang="en-US" sz="2400" dirty="0" err="1"/>
              <a:t>intihal</a:t>
            </a:r>
            <a:r>
              <a:rPr lang="en-US" sz="2400" dirty="0"/>
              <a:t> </a:t>
            </a:r>
            <a:r>
              <a:rPr lang="en-US" sz="2400" dirty="0" err="1"/>
              <a:t>olduğunu</a:t>
            </a:r>
            <a:r>
              <a:rPr lang="en-US" sz="2400" dirty="0"/>
              <a:t> </a:t>
            </a:r>
            <a:r>
              <a:rPr lang="en-US" sz="2400" dirty="0" err="1"/>
              <a:t>ve</a:t>
            </a:r>
            <a:r>
              <a:rPr lang="en-US" sz="2400" dirty="0"/>
              <a:t> </a:t>
            </a:r>
            <a:r>
              <a:rPr lang="en-US" sz="2400" dirty="0" err="1"/>
              <a:t>neden</a:t>
            </a:r>
            <a:r>
              <a:rPr lang="en-US" sz="2400" dirty="0"/>
              <a:t> </a:t>
            </a:r>
            <a:r>
              <a:rPr lang="en-US" sz="2400" dirty="0" err="1"/>
              <a:t>kaynak</a:t>
            </a:r>
            <a:r>
              <a:rPr lang="en-US" sz="2400" dirty="0"/>
              <a:t> </a:t>
            </a:r>
            <a:r>
              <a:rPr lang="en-US" sz="2400" dirty="0" err="1"/>
              <a:t>göstermeleri</a:t>
            </a:r>
            <a:r>
              <a:rPr lang="en-US" sz="2400" dirty="0"/>
              <a:t> </a:t>
            </a:r>
            <a:r>
              <a:rPr lang="en-US" sz="2400" dirty="0" err="1"/>
              <a:t>gerektiğini</a:t>
            </a:r>
            <a:r>
              <a:rPr lang="en-US" sz="2400" dirty="0"/>
              <a:t> </a:t>
            </a:r>
            <a:r>
              <a:rPr lang="en-US" sz="2400" dirty="0" err="1"/>
              <a:t>anlamalarına</a:t>
            </a:r>
            <a:r>
              <a:rPr lang="en-US" sz="2400" dirty="0"/>
              <a:t> </a:t>
            </a:r>
            <a:r>
              <a:rPr lang="en-US" sz="2400" dirty="0" err="1"/>
              <a:t>yardımcı</a:t>
            </a:r>
            <a:r>
              <a:rPr lang="en-US" sz="2400" dirty="0"/>
              <a:t> </a:t>
            </a:r>
            <a:r>
              <a:rPr lang="en-US" sz="2400" dirty="0" err="1"/>
              <a:t>olun</a:t>
            </a:r>
            <a:r>
              <a:rPr lang="en-US" sz="2400" dirty="0"/>
              <a:t>
</a:t>
            </a:r>
            <a:r>
              <a:rPr lang="en-US" sz="2400" dirty="0" err="1"/>
              <a:t>Öğrencilere</a:t>
            </a:r>
            <a:r>
              <a:rPr lang="en-US" sz="2400" dirty="0"/>
              <a:t> </a:t>
            </a:r>
            <a:r>
              <a:rPr lang="en-US" sz="2400" dirty="0" err="1"/>
              <a:t>çevrimiçi</a:t>
            </a:r>
            <a:r>
              <a:rPr lang="en-US" sz="2400" dirty="0"/>
              <a:t> </a:t>
            </a:r>
            <a:r>
              <a:rPr lang="en-US" sz="2400" dirty="0" err="1"/>
              <a:t>bulunan</a:t>
            </a:r>
            <a:r>
              <a:rPr lang="en-US" sz="2400" dirty="0"/>
              <a:t> </a:t>
            </a:r>
            <a:r>
              <a:rPr lang="en-US" sz="2400" dirty="0" err="1"/>
              <a:t>materyalleri</a:t>
            </a:r>
            <a:r>
              <a:rPr lang="en-US" sz="2400" dirty="0"/>
              <a:t> </a:t>
            </a:r>
            <a:r>
              <a:rPr lang="en-US" sz="2400" dirty="0" err="1"/>
              <a:t>nasıl</a:t>
            </a:r>
            <a:r>
              <a:rPr lang="en-US" sz="2400" dirty="0"/>
              <a:t> </a:t>
            </a:r>
            <a:r>
              <a:rPr lang="en-US" sz="2400" dirty="0" err="1"/>
              <a:t>belgeleyeceklerini</a:t>
            </a:r>
            <a:r>
              <a:rPr lang="en-US" sz="2400" dirty="0"/>
              <a:t> </a:t>
            </a:r>
            <a:r>
              <a:rPr lang="en-US" sz="2400" dirty="0" err="1"/>
              <a:t>gösterin</a:t>
            </a:r>
            <a:r>
              <a:rPr lang="en-US" sz="2400" dirty="0"/>
              <a:t>
</a:t>
            </a:r>
            <a:r>
              <a:rPr lang="en-US" sz="2400" dirty="0" err="1"/>
              <a:t>Dönem</a:t>
            </a:r>
            <a:r>
              <a:rPr lang="en-US" sz="2400" dirty="0"/>
              <a:t> </a:t>
            </a:r>
            <a:r>
              <a:rPr lang="en-US" sz="2400" dirty="0" err="1"/>
              <a:t>boyunca</a:t>
            </a:r>
            <a:r>
              <a:rPr lang="en-US" sz="2400" dirty="0"/>
              <a:t> </a:t>
            </a:r>
            <a:r>
              <a:rPr lang="en-US" sz="2400" dirty="0" err="1"/>
              <a:t>sona</a:t>
            </a:r>
            <a:r>
              <a:rPr lang="en-US" sz="2400" dirty="0"/>
              <a:t> </a:t>
            </a:r>
            <a:r>
              <a:rPr lang="en-US" sz="2400" dirty="0" err="1"/>
              <a:t>erecek</a:t>
            </a:r>
            <a:r>
              <a:rPr lang="en-US" sz="2400" dirty="0"/>
              <a:t> </a:t>
            </a:r>
            <a:r>
              <a:rPr lang="en-US" sz="2400" dirty="0" err="1"/>
              <a:t>bölümler</a:t>
            </a:r>
            <a:r>
              <a:rPr lang="en-US" sz="2400" dirty="0"/>
              <a:t> </a:t>
            </a:r>
            <a:r>
              <a:rPr lang="en-US" sz="2400" dirty="0" err="1"/>
              <a:t>halinde</a:t>
            </a:r>
            <a:r>
              <a:rPr lang="en-US" sz="2400" dirty="0"/>
              <a:t> </a:t>
            </a:r>
            <a:r>
              <a:rPr lang="en-US" sz="2400" dirty="0" err="1"/>
              <a:t>büyük</a:t>
            </a:r>
            <a:r>
              <a:rPr lang="en-US" sz="2400" dirty="0"/>
              <a:t> </a:t>
            </a:r>
            <a:r>
              <a:rPr lang="en-US" sz="2400" dirty="0" err="1"/>
              <a:t>yazma</a:t>
            </a:r>
            <a:r>
              <a:rPr lang="en-US" sz="2400" dirty="0"/>
              <a:t> </a:t>
            </a:r>
            <a:r>
              <a:rPr lang="en-US" sz="2400" dirty="0" err="1"/>
              <a:t>ödevleri</a:t>
            </a:r>
            <a:r>
              <a:rPr lang="en-US" sz="2400" dirty="0"/>
              <a:t> </a:t>
            </a:r>
            <a:r>
              <a:rPr lang="en-US" sz="2400" dirty="0" err="1"/>
              <a:t>planlayın</a:t>
            </a:r>
            <a:r>
              <a:rPr lang="en-US" sz="2400" dirty="0"/>
              <a:t>
</a:t>
            </a:r>
            <a:r>
              <a:rPr lang="en-US" sz="2400" dirty="0" err="1"/>
              <a:t>Öğrencilere</a:t>
            </a:r>
            <a:r>
              <a:rPr lang="en-US" sz="2400" dirty="0"/>
              <a:t>, </a:t>
            </a:r>
            <a:r>
              <a:rPr lang="en-US" sz="2400" dirty="0" err="1"/>
              <a:t>eğitmenlerin</a:t>
            </a:r>
            <a:r>
              <a:rPr lang="en-US" sz="2400" dirty="0"/>
              <a:t> </a:t>
            </a:r>
            <a:r>
              <a:rPr lang="en-US" sz="2400" dirty="0" err="1"/>
              <a:t>internetteki</a:t>
            </a:r>
            <a:r>
              <a:rPr lang="en-US" sz="2400" dirty="0"/>
              <a:t> </a:t>
            </a:r>
            <a:r>
              <a:rPr lang="en-US" sz="2400" dirty="0" err="1"/>
              <a:t>kağıt</a:t>
            </a:r>
            <a:r>
              <a:rPr lang="en-US" sz="2400" dirty="0"/>
              <a:t> </a:t>
            </a:r>
            <a:r>
              <a:rPr lang="en-US" sz="2400" dirty="0" err="1"/>
              <a:t>fabrikalarından</a:t>
            </a:r>
            <a:r>
              <a:rPr lang="en-US" sz="2400" dirty="0"/>
              <a:t> </a:t>
            </a:r>
            <a:r>
              <a:rPr lang="en-US" sz="2400" dirty="0" err="1"/>
              <a:t>ve</a:t>
            </a:r>
            <a:r>
              <a:rPr lang="en-US" sz="2400" dirty="0"/>
              <a:t> </a:t>
            </a:r>
            <a:r>
              <a:rPr lang="en-US" sz="2400" dirty="0" err="1"/>
              <a:t>intihal</a:t>
            </a:r>
            <a:r>
              <a:rPr lang="en-US" sz="2400" dirty="0"/>
              <a:t> </a:t>
            </a:r>
            <a:r>
              <a:rPr lang="en-US" sz="2400" dirty="0" err="1"/>
              <a:t>tespit</a:t>
            </a:r>
            <a:r>
              <a:rPr lang="en-US" sz="2400" dirty="0"/>
              <a:t> </a:t>
            </a:r>
            <a:r>
              <a:rPr lang="en-US" sz="2400" dirty="0" err="1"/>
              <a:t>hizmetlerinden</a:t>
            </a:r>
            <a:r>
              <a:rPr lang="en-US" sz="2400" dirty="0"/>
              <a:t> </a:t>
            </a:r>
            <a:r>
              <a:rPr lang="en-US" sz="2400" dirty="0" err="1"/>
              <a:t>haberdar</a:t>
            </a:r>
            <a:r>
              <a:rPr lang="en-US" sz="2400" dirty="0"/>
              <a:t> </a:t>
            </a:r>
            <a:r>
              <a:rPr lang="en-US" sz="2400" dirty="0" err="1"/>
              <a:t>olduklarını</a:t>
            </a:r>
            <a:r>
              <a:rPr lang="en-US" sz="2400" dirty="0"/>
              <a:t> </a:t>
            </a:r>
            <a:r>
              <a:rPr lang="en-US" sz="2400" dirty="0" err="1"/>
              <a:t>söyleyin</a:t>
            </a:r>
            <a:r>
              <a:rPr lang="en-US" sz="2400" dirty="0"/>
              <a:t>
</a:t>
            </a:r>
            <a:r>
              <a:rPr lang="en-US" sz="2400" dirty="0" err="1"/>
              <a:t>Algılama</a:t>
            </a:r>
            <a:r>
              <a:rPr lang="en-US" sz="2400" dirty="0"/>
              <a:t> </a:t>
            </a:r>
            <a:r>
              <a:rPr lang="en-US" sz="2400" dirty="0" err="1"/>
              <a:t>yazılımı</a:t>
            </a:r>
            <a:r>
              <a:rPr lang="en-US" sz="2400" dirty="0"/>
              <a:t> </a:t>
            </a:r>
            <a:r>
              <a:rPr lang="en-US" sz="2400" dirty="0" err="1"/>
              <a:t>ve</a:t>
            </a:r>
            <a:r>
              <a:rPr lang="en-US" sz="2400" dirty="0"/>
              <a:t> </a:t>
            </a:r>
            <a:r>
              <a:rPr lang="en-US" sz="2400" dirty="0" err="1"/>
              <a:t>hizmetlerini</a:t>
            </a:r>
            <a:r>
              <a:rPr lang="en-US" sz="2400" dirty="0"/>
              <a:t> </a:t>
            </a:r>
            <a:r>
              <a:rPr lang="en-US" sz="2400" dirty="0" err="1"/>
              <a:t>dahil</a:t>
            </a:r>
            <a:r>
              <a:rPr lang="en-US" sz="2400" dirty="0"/>
              <a:t> </a:t>
            </a:r>
            <a:r>
              <a:rPr lang="en-US" sz="2400" dirty="0" err="1"/>
              <a:t>edin</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err="1"/>
              <a:t>Intihal</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3374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4716676"/>
          </a:xfrm>
        </p:spPr>
        <p:txBody>
          <a:bodyPr/>
          <a:lstStyle/>
          <a:p>
            <a:r>
              <a:rPr lang="en-US" sz="2700" dirty="0" err="1"/>
              <a:t>Tersine</a:t>
            </a:r>
            <a:r>
              <a:rPr lang="en-US" sz="2700" dirty="0"/>
              <a:t> </a:t>
            </a:r>
            <a:r>
              <a:rPr lang="en-US" sz="2700" dirty="0" err="1"/>
              <a:t>mühendislik</a:t>
            </a:r>
            <a:r>
              <a:rPr lang="en-US" sz="2700" dirty="0"/>
              <a:t>: Bir </a:t>
            </a:r>
            <a:r>
              <a:rPr lang="en-US" sz="2700" dirty="0" err="1"/>
              <a:t>şeyi</a:t>
            </a:r>
            <a:r>
              <a:rPr lang="en-US" sz="2700" dirty="0"/>
              <a:t> </a:t>
            </a:r>
            <a:r>
              <a:rPr lang="en-US" sz="2700" dirty="0" err="1"/>
              <a:t>anlamak</a:t>
            </a:r>
            <a:r>
              <a:rPr lang="en-US" sz="2700" dirty="0"/>
              <a:t>, </a:t>
            </a:r>
            <a:r>
              <a:rPr lang="en-US" sz="2700" dirty="0" err="1"/>
              <a:t>bir</a:t>
            </a:r>
            <a:r>
              <a:rPr lang="en-US" sz="2700" dirty="0"/>
              <a:t> </a:t>
            </a:r>
            <a:r>
              <a:rPr lang="en-US" sz="2700" dirty="0" err="1"/>
              <a:t>kopyasını</a:t>
            </a:r>
            <a:r>
              <a:rPr lang="en-US" sz="2700" dirty="0"/>
              <a:t> </a:t>
            </a:r>
            <a:r>
              <a:rPr lang="en-US" sz="2700" dirty="0" err="1"/>
              <a:t>oluşturmak</a:t>
            </a:r>
            <a:r>
              <a:rPr lang="en-US" sz="2700" dirty="0"/>
              <a:t> </a:t>
            </a:r>
            <a:r>
              <a:rPr lang="en-US" sz="2700" dirty="0" err="1"/>
              <a:t>veya</a:t>
            </a:r>
            <a:r>
              <a:rPr lang="en-US" sz="2700" dirty="0"/>
              <a:t> </a:t>
            </a:r>
            <a:r>
              <a:rPr lang="en-US" sz="2700" dirty="0" err="1"/>
              <a:t>geliştirmek</a:t>
            </a:r>
            <a:r>
              <a:rPr lang="en-US" sz="2700" dirty="0"/>
              <a:t> için </a:t>
            </a:r>
            <a:r>
              <a:rPr lang="en-US" sz="2700" dirty="0" err="1"/>
              <a:t>parçalara</a:t>
            </a:r>
            <a:r>
              <a:rPr lang="en-US" sz="2700" dirty="0"/>
              <a:t> </a:t>
            </a:r>
            <a:r>
              <a:rPr lang="en-US" sz="2700" dirty="0" err="1"/>
              <a:t>ayırma</a:t>
            </a:r>
            <a:r>
              <a:rPr lang="en-US" sz="2700" dirty="0"/>
              <a:t> </a:t>
            </a:r>
            <a:r>
              <a:rPr lang="en-US" sz="2700" dirty="0" err="1"/>
              <a:t>süreci</a:t>
            </a:r>
            <a:r>
              <a:rPr lang="en-US" sz="2700" dirty="0"/>
              <a:t>
Hem </a:t>
            </a:r>
            <a:r>
              <a:rPr lang="en-US" sz="2700" dirty="0" err="1"/>
              <a:t>donanım</a:t>
            </a:r>
            <a:r>
              <a:rPr lang="en-US" sz="2700" dirty="0"/>
              <a:t> hem de </a:t>
            </a:r>
            <a:r>
              <a:rPr lang="en-US" sz="2700" dirty="0" err="1"/>
              <a:t>yazılım</a:t>
            </a:r>
            <a:r>
              <a:rPr lang="en-US" sz="2700" dirty="0"/>
              <a:t> için </a:t>
            </a:r>
            <a:r>
              <a:rPr lang="en-US" sz="2700" dirty="0" err="1"/>
              <a:t>geçerlidir</a:t>
            </a:r>
            <a:r>
              <a:rPr lang="en-US" sz="2700" dirty="0"/>
              <a:t>
</a:t>
            </a:r>
            <a:r>
              <a:rPr lang="en-US" sz="2700" dirty="0" err="1"/>
              <a:t>Telif</a:t>
            </a:r>
            <a:r>
              <a:rPr lang="en-US" sz="2700" dirty="0"/>
              <a:t> </a:t>
            </a:r>
            <a:r>
              <a:rPr lang="en-US" sz="2700" dirty="0" err="1"/>
              <a:t>hakkı</a:t>
            </a:r>
            <a:r>
              <a:rPr lang="en-US" sz="2700" dirty="0"/>
              <a:t> </a:t>
            </a:r>
            <a:r>
              <a:rPr lang="en-US" sz="2700" dirty="0" err="1"/>
              <a:t>ve</a:t>
            </a:r>
            <a:r>
              <a:rPr lang="en-US" sz="2700" dirty="0"/>
              <a:t> </a:t>
            </a:r>
            <a:r>
              <a:rPr lang="en-US" sz="2700" dirty="0" err="1"/>
              <a:t>ticari</a:t>
            </a:r>
            <a:r>
              <a:rPr lang="en-US" sz="2700" dirty="0"/>
              <a:t> </a:t>
            </a:r>
            <a:r>
              <a:rPr lang="en-US" sz="2700" dirty="0" err="1"/>
              <a:t>sır</a:t>
            </a:r>
            <a:r>
              <a:rPr lang="en-US" sz="2700" dirty="0"/>
              <a:t> </a:t>
            </a:r>
            <a:r>
              <a:rPr lang="en-US" sz="2700" dirty="0" err="1"/>
              <a:t>yasalarını</a:t>
            </a:r>
            <a:r>
              <a:rPr lang="en-US" sz="2700" dirty="0"/>
              <a:t> </a:t>
            </a:r>
            <a:r>
              <a:rPr lang="en-US" sz="2700" dirty="0" err="1"/>
              <a:t>ihlal</a:t>
            </a:r>
            <a:r>
              <a:rPr lang="en-US" sz="2700" dirty="0"/>
              <a:t> </a:t>
            </a:r>
            <a:r>
              <a:rPr lang="en-US" sz="2700" dirty="0" err="1"/>
              <a:t>eden</a:t>
            </a:r>
            <a:r>
              <a:rPr lang="en-US" sz="2700" dirty="0"/>
              <a:t> </a:t>
            </a:r>
            <a:r>
              <a:rPr lang="en-US" sz="2700" dirty="0" err="1"/>
              <a:t>içerikler</a:t>
            </a:r>
            <a:r>
              <a:rPr lang="en-US" sz="2700" dirty="0"/>
              <a:t>
</a:t>
            </a:r>
            <a:r>
              <a:rPr lang="en-US" sz="2700" dirty="0" err="1"/>
              <a:t>Yazılım</a:t>
            </a:r>
            <a:r>
              <a:rPr lang="en-US" sz="2700" dirty="0"/>
              <a:t> </a:t>
            </a:r>
            <a:r>
              <a:rPr lang="en-US" sz="2700" dirty="0" err="1"/>
              <a:t>lisans</a:t>
            </a:r>
            <a:r>
              <a:rPr lang="en-US" sz="2700" dirty="0"/>
              <a:t> </a:t>
            </a:r>
            <a:r>
              <a:rPr lang="en-US" sz="2700" dirty="0" err="1"/>
              <a:t>sözleşmeleri</a:t>
            </a:r>
            <a:r>
              <a:rPr lang="en-US" sz="2700" dirty="0"/>
              <a:t> </a:t>
            </a:r>
            <a:r>
              <a:rPr lang="en-US" sz="2700" dirty="0" err="1"/>
              <a:t>genellikle</a:t>
            </a:r>
            <a:r>
              <a:rPr lang="en-US" sz="2700" dirty="0"/>
              <a:t> </a:t>
            </a:r>
            <a:r>
              <a:rPr lang="en-US" sz="2700" dirty="0" err="1"/>
              <a:t>tersine</a:t>
            </a:r>
            <a:r>
              <a:rPr lang="en-US" sz="2700" dirty="0"/>
              <a:t> </a:t>
            </a:r>
            <a:r>
              <a:rPr lang="en-US" sz="2700" dirty="0" err="1"/>
              <a:t>mühendisliği</a:t>
            </a:r>
            <a:r>
              <a:rPr lang="en-US" sz="2700" dirty="0"/>
              <a:t> </a:t>
            </a:r>
            <a:r>
              <a:rPr lang="en-US" sz="2700" dirty="0" err="1"/>
              <a:t>yasaklar</a:t>
            </a:r>
            <a:r>
              <a:rPr lang="en-US" sz="2700" dirty="0"/>
              <a:t>.
</a:t>
            </a:r>
            <a:r>
              <a:rPr lang="en-US" sz="2700" dirty="0" err="1"/>
              <a:t>Mahkemeler</a:t>
            </a:r>
            <a:r>
              <a:rPr lang="en-US" sz="2700" dirty="0"/>
              <a:t>, </a:t>
            </a:r>
            <a:r>
              <a:rPr lang="en-US" sz="2700" dirty="0" err="1"/>
              <a:t>birlikte</a:t>
            </a:r>
            <a:r>
              <a:rPr lang="en-US" sz="2700" dirty="0"/>
              <a:t> </a:t>
            </a:r>
            <a:r>
              <a:rPr lang="en-US" sz="2700" dirty="0" err="1"/>
              <a:t>çalışabilirliği</a:t>
            </a:r>
            <a:r>
              <a:rPr lang="en-US" sz="2700" dirty="0"/>
              <a:t> </a:t>
            </a:r>
            <a:r>
              <a:rPr lang="en-US" sz="2700" dirty="0" err="1"/>
              <a:t>sağlamak</a:t>
            </a:r>
            <a:r>
              <a:rPr lang="en-US" sz="2700" dirty="0"/>
              <a:t> için </a:t>
            </a:r>
            <a:r>
              <a:rPr lang="en-US" sz="2700" dirty="0" err="1"/>
              <a:t>tersine</a:t>
            </a:r>
            <a:r>
              <a:rPr lang="en-US" sz="2700" dirty="0"/>
              <a:t> </a:t>
            </a:r>
            <a:r>
              <a:rPr lang="en-US" sz="2700" dirty="0" err="1"/>
              <a:t>mühendislik</a:t>
            </a:r>
            <a:r>
              <a:rPr lang="en-US" sz="2700" dirty="0"/>
              <a:t> </a:t>
            </a:r>
            <a:r>
              <a:rPr lang="en-US" sz="2700" dirty="0" err="1"/>
              <a:t>kullanılması</a:t>
            </a:r>
            <a:r>
              <a:rPr lang="en-US" sz="2700" dirty="0"/>
              <a:t> </a:t>
            </a:r>
            <a:r>
              <a:rPr lang="en-US" sz="2700" dirty="0" err="1"/>
              <a:t>lehine</a:t>
            </a:r>
            <a:r>
              <a:rPr lang="en-US" sz="2700" dirty="0"/>
              <a:t> </a:t>
            </a:r>
            <a:r>
              <a:rPr lang="en-US" sz="2700" dirty="0" err="1"/>
              <a:t>karar</a:t>
            </a:r>
            <a:r>
              <a:rPr lang="en-US" sz="2700" dirty="0"/>
              <a:t> </a:t>
            </a:r>
            <a:r>
              <a:rPr lang="en-US" sz="2700" dirty="0" err="1"/>
              <a:t>verdi</a:t>
            </a:r>
            <a:r>
              <a:rPr lang="en-US" sz="2700" dirty="0"/>
              <a:t>.
</a:t>
            </a:r>
            <a:r>
              <a:rPr lang="en-US" sz="2700" dirty="0" err="1"/>
              <a:t>Tersine</a:t>
            </a:r>
            <a:r>
              <a:rPr lang="en-US" sz="2700" dirty="0"/>
              <a:t> </a:t>
            </a:r>
            <a:r>
              <a:rPr lang="en-US" sz="2700" dirty="0" err="1"/>
              <a:t>mühendislik</a:t>
            </a:r>
            <a:r>
              <a:rPr lang="en-US" sz="2700" dirty="0"/>
              <a:t>, </a:t>
            </a:r>
            <a:r>
              <a:rPr lang="en-US" sz="2700" dirty="0" err="1"/>
              <a:t>yazılım</a:t>
            </a:r>
            <a:r>
              <a:rPr lang="en-US" sz="2700" dirty="0"/>
              <a:t> </a:t>
            </a:r>
            <a:r>
              <a:rPr lang="en-US" sz="2700" dirty="0" err="1"/>
              <a:t>hatalarını</a:t>
            </a:r>
            <a:r>
              <a:rPr lang="en-US" sz="2700" dirty="0"/>
              <a:t> </a:t>
            </a:r>
            <a:r>
              <a:rPr lang="en-US" sz="2700" dirty="0" err="1"/>
              <a:t>ve</a:t>
            </a:r>
            <a:r>
              <a:rPr lang="en-US" sz="2700" dirty="0"/>
              <a:t> </a:t>
            </a:r>
            <a:r>
              <a:rPr lang="en-US" sz="2700" dirty="0" err="1"/>
              <a:t>güvenlik</a:t>
            </a:r>
            <a:r>
              <a:rPr lang="en-US" sz="2700" dirty="0"/>
              <a:t> </a:t>
            </a:r>
            <a:r>
              <a:rPr lang="en-US" sz="2700" dirty="0" err="1"/>
              <a:t>açıklarını</a:t>
            </a:r>
            <a:r>
              <a:rPr lang="en-US" sz="2700" dirty="0"/>
              <a:t> </a:t>
            </a:r>
            <a:r>
              <a:rPr lang="en-US" sz="2700" dirty="0" err="1"/>
              <a:t>tespit</a:t>
            </a:r>
            <a:r>
              <a:rPr lang="en-US" sz="2700" dirty="0"/>
              <a:t> </a:t>
            </a:r>
            <a:r>
              <a:rPr lang="en-US" sz="2700" dirty="0" err="1"/>
              <a:t>etmede</a:t>
            </a:r>
            <a:r>
              <a:rPr lang="en-US" sz="2700" dirty="0"/>
              <a:t> de </a:t>
            </a:r>
            <a:r>
              <a:rPr lang="en-US" sz="2700" dirty="0" err="1"/>
              <a:t>yararlı</a:t>
            </a:r>
            <a:r>
              <a:rPr lang="en-US" sz="2700" dirty="0"/>
              <a:t> </a:t>
            </a:r>
            <a:r>
              <a:rPr lang="en-US" sz="2700" dirty="0" err="1"/>
              <a:t>bir</a:t>
            </a:r>
            <a:r>
              <a:rPr lang="en-US" sz="2700" dirty="0"/>
              <a:t> </a:t>
            </a:r>
            <a:r>
              <a:rPr lang="en-US" sz="2700" dirty="0" err="1"/>
              <a:t>araç</a:t>
            </a:r>
            <a:r>
              <a:rPr lang="en-US" sz="2700" dirty="0"/>
              <a:t> </a:t>
            </a:r>
            <a:r>
              <a:rPr lang="en-US" sz="2700" dirty="0" err="1"/>
              <a:t>olabilir</a:t>
            </a:r>
            <a:r>
              <a:rPr lang="en-US" sz="2700" dirty="0"/>
              <a:t>.</a:t>
            </a:r>
          </a:p>
        </p:txBody>
      </p:sp>
      <p:sp>
        <p:nvSpPr>
          <p:cNvPr id="3" name="Title 2"/>
          <p:cNvSpPr>
            <a:spLocks noGrp="1"/>
          </p:cNvSpPr>
          <p:nvPr>
            <p:ph type="title"/>
          </p:nvPr>
        </p:nvSpPr>
        <p:spPr>
          <a:xfrm>
            <a:off x="762000" y="290459"/>
            <a:ext cx="8026400" cy="527837"/>
          </a:xfrm>
        </p:spPr>
        <p:txBody>
          <a:bodyPr/>
          <a:lstStyle/>
          <a:p>
            <a:r>
              <a:rPr lang="en-US" sz="4000" dirty="0" err="1"/>
              <a:t>Tersine</a:t>
            </a:r>
            <a:r>
              <a:rPr lang="en-US" sz="4000" dirty="0"/>
              <a:t> </a:t>
            </a:r>
            <a:r>
              <a:rPr lang="en-US" sz="4000" dirty="0" err="1"/>
              <a:t>Mühendislik</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195125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371600"/>
            <a:ext cx="8415338" cy="4936736"/>
          </a:xfrm>
        </p:spPr>
        <p:txBody>
          <a:bodyPr/>
          <a:lstStyle/>
          <a:p>
            <a:r>
              <a:rPr lang="en-US" sz="2400" dirty="0" err="1"/>
              <a:t>Açık</a:t>
            </a:r>
            <a:r>
              <a:rPr lang="en-US" sz="2400" dirty="0"/>
              <a:t> </a:t>
            </a:r>
            <a:r>
              <a:rPr lang="en-US" sz="2400" dirty="0" err="1"/>
              <a:t>kaynak</a:t>
            </a:r>
            <a:r>
              <a:rPr lang="en-US" sz="2400" dirty="0"/>
              <a:t> </a:t>
            </a:r>
            <a:r>
              <a:rPr lang="en-US" sz="2400" dirty="0" err="1"/>
              <a:t>kodu</a:t>
            </a:r>
            <a:r>
              <a:rPr lang="en-US" sz="2400" dirty="0"/>
              <a:t>: Kaynak </a:t>
            </a:r>
            <a:r>
              <a:rPr lang="en-US" sz="2400" dirty="0" err="1"/>
              <a:t>kodu</a:t>
            </a:r>
            <a:r>
              <a:rPr lang="en-US" sz="2400" dirty="0"/>
              <a:t>, </a:t>
            </a:r>
            <a:r>
              <a:rPr lang="en-US" sz="2400" dirty="0" err="1"/>
              <a:t>kullanıcıların</a:t>
            </a:r>
            <a:r>
              <a:rPr lang="en-US" sz="2400" dirty="0"/>
              <a:t> </a:t>
            </a:r>
            <a:r>
              <a:rPr lang="en-US" sz="2400" dirty="0" err="1"/>
              <a:t>veya</a:t>
            </a:r>
            <a:r>
              <a:rPr lang="en-US" sz="2400" dirty="0"/>
              <a:t> </a:t>
            </a:r>
            <a:r>
              <a:rPr lang="en-US" sz="2400" dirty="0" err="1"/>
              <a:t>diğer</a:t>
            </a:r>
            <a:r>
              <a:rPr lang="en-US" sz="2400" dirty="0"/>
              <a:t> </a:t>
            </a:r>
            <a:r>
              <a:rPr lang="en-US" sz="2400" dirty="0" err="1"/>
              <a:t>geliştiricilerin</a:t>
            </a:r>
            <a:r>
              <a:rPr lang="en-US" sz="2400" dirty="0"/>
              <a:t> </a:t>
            </a:r>
            <a:r>
              <a:rPr lang="en-US" sz="2400" dirty="0" err="1"/>
              <a:t>uygun</a:t>
            </a:r>
            <a:r>
              <a:rPr lang="en-US" sz="2400" dirty="0"/>
              <a:t> </a:t>
            </a:r>
            <a:r>
              <a:rPr lang="en-US" sz="2400" dirty="0" err="1"/>
              <a:t>gördüğü</a:t>
            </a:r>
            <a:r>
              <a:rPr lang="en-US" sz="2400" dirty="0"/>
              <a:t> </a:t>
            </a:r>
            <a:r>
              <a:rPr lang="en-US" sz="2400" dirty="0" err="1"/>
              <a:t>şekilde</a:t>
            </a:r>
            <a:r>
              <a:rPr lang="en-US" sz="2400" dirty="0"/>
              <a:t> </a:t>
            </a:r>
            <a:r>
              <a:rPr lang="en-US" sz="2400" dirty="0" err="1"/>
              <a:t>kullanıma</a:t>
            </a:r>
            <a:r>
              <a:rPr lang="en-US" sz="2400" dirty="0"/>
              <a:t> </a:t>
            </a:r>
            <a:r>
              <a:rPr lang="en-US" sz="2400" dirty="0" err="1"/>
              <a:t>veya</a:t>
            </a:r>
            <a:r>
              <a:rPr lang="en-US" sz="2400" dirty="0"/>
              <a:t> </a:t>
            </a:r>
            <a:r>
              <a:rPr lang="en-US" sz="2400" dirty="0" err="1"/>
              <a:t>değiştirilmeye</a:t>
            </a:r>
            <a:r>
              <a:rPr lang="en-US" sz="2400" dirty="0"/>
              <a:t> </a:t>
            </a:r>
            <a:r>
              <a:rPr lang="en-US" sz="2400" dirty="0" err="1"/>
              <a:t>hazır</a:t>
            </a:r>
            <a:r>
              <a:rPr lang="en-US" sz="2400" dirty="0"/>
              <a:t> hale </a:t>
            </a:r>
            <a:r>
              <a:rPr lang="en-US" sz="2400" dirty="0" err="1"/>
              <a:t>getirilen</a:t>
            </a:r>
            <a:r>
              <a:rPr lang="en-US" sz="2400" dirty="0"/>
              <a:t> </a:t>
            </a:r>
            <a:r>
              <a:rPr lang="en-US" sz="2400" dirty="0" err="1"/>
              <a:t>herhangi</a:t>
            </a:r>
            <a:r>
              <a:rPr lang="en-US" sz="2400" dirty="0"/>
              <a:t> </a:t>
            </a:r>
            <a:r>
              <a:rPr lang="en-US" sz="2400" dirty="0" err="1"/>
              <a:t>bir</a:t>
            </a:r>
            <a:r>
              <a:rPr lang="en-US" sz="2400" dirty="0"/>
              <a:t> program
</a:t>
            </a:r>
            <a:r>
              <a:rPr lang="en-US" sz="2400" dirty="0" err="1"/>
              <a:t>Savunucular</a:t>
            </a:r>
            <a:r>
              <a:rPr lang="en-US" sz="2400" dirty="0"/>
              <a:t>, </a:t>
            </a:r>
            <a:r>
              <a:rPr lang="en-US" sz="2400" dirty="0" err="1"/>
              <a:t>açık</a:t>
            </a:r>
            <a:r>
              <a:rPr lang="en-US" sz="2400" dirty="0"/>
              <a:t> </a:t>
            </a:r>
            <a:r>
              <a:rPr lang="en-US" sz="2400" dirty="0" err="1"/>
              <a:t>kaynak</a:t>
            </a:r>
            <a:r>
              <a:rPr lang="en-US" sz="2400" dirty="0"/>
              <a:t> </a:t>
            </a:r>
            <a:r>
              <a:rPr lang="en-US" sz="2400" dirty="0" err="1"/>
              <a:t>kodunun</a:t>
            </a:r>
            <a:r>
              <a:rPr lang="en-US" sz="2400" dirty="0"/>
              <a:t> </a:t>
            </a:r>
            <a:r>
              <a:rPr lang="en-US" sz="2400" dirty="0" err="1"/>
              <a:t>geleneksel</a:t>
            </a:r>
            <a:r>
              <a:rPr lang="en-US" sz="2400" dirty="0"/>
              <a:t> </a:t>
            </a:r>
            <a:r>
              <a:rPr lang="en-US" sz="2400" dirty="0" err="1"/>
              <a:t>kapalı</a:t>
            </a:r>
            <a:r>
              <a:rPr lang="en-US" sz="2400" dirty="0"/>
              <a:t> </a:t>
            </a:r>
            <a:r>
              <a:rPr lang="en-US" sz="2400" dirty="0" err="1"/>
              <a:t>modelden</a:t>
            </a:r>
            <a:r>
              <a:rPr lang="en-US" sz="2400" dirty="0"/>
              <a:t> </a:t>
            </a:r>
            <a:r>
              <a:rPr lang="en-US" sz="2400" dirty="0" err="1"/>
              <a:t>daha</a:t>
            </a:r>
            <a:r>
              <a:rPr lang="en-US" sz="2400" dirty="0"/>
              <a:t> iyi </a:t>
            </a:r>
            <a:r>
              <a:rPr lang="en-US" sz="2400" dirty="0" err="1"/>
              <a:t>yazılım</a:t>
            </a:r>
            <a:r>
              <a:rPr lang="en-US" sz="2400" dirty="0"/>
              <a:t> </a:t>
            </a:r>
            <a:r>
              <a:rPr lang="en-US" sz="2400" dirty="0" err="1"/>
              <a:t>ürettiğine</a:t>
            </a:r>
            <a:r>
              <a:rPr lang="en-US" sz="2400" dirty="0"/>
              <a:t> </a:t>
            </a:r>
            <a:r>
              <a:rPr lang="en-US" sz="2400" dirty="0" err="1"/>
              <a:t>inanıyor</a:t>
            </a:r>
            <a:r>
              <a:rPr lang="en-US" sz="2400" dirty="0"/>
              <a:t>
</a:t>
            </a:r>
            <a:r>
              <a:rPr lang="en-US" sz="2400" dirty="0" err="1"/>
              <a:t>Açık</a:t>
            </a:r>
            <a:r>
              <a:rPr lang="en-US" sz="2400" dirty="0"/>
              <a:t> </a:t>
            </a:r>
            <a:r>
              <a:rPr lang="en-US" sz="2400" dirty="0" err="1"/>
              <a:t>kaynak</a:t>
            </a:r>
            <a:r>
              <a:rPr lang="en-US" sz="2400" dirty="0"/>
              <a:t> </a:t>
            </a:r>
            <a:r>
              <a:rPr lang="en-US" sz="2400" dirty="0" err="1"/>
              <a:t>kod</a:t>
            </a:r>
            <a:r>
              <a:rPr lang="en-US" sz="2400" dirty="0"/>
              <a:t> </a:t>
            </a:r>
            <a:r>
              <a:rPr lang="en-US" sz="2400" dirty="0" err="1"/>
              <a:t>geliştirme</a:t>
            </a:r>
            <a:r>
              <a:rPr lang="en-US" sz="2400" dirty="0"/>
              <a:t> </a:t>
            </a:r>
            <a:r>
              <a:rPr lang="en-US" sz="2400" dirty="0" err="1"/>
              <a:t>nedenleri</a:t>
            </a:r>
            <a:r>
              <a:rPr lang="en-US" sz="2400" dirty="0"/>
              <a:t>:
Bir </a:t>
            </a:r>
            <a:r>
              <a:rPr lang="en-US" sz="2400" dirty="0" err="1"/>
              <a:t>problemi</a:t>
            </a:r>
            <a:r>
              <a:rPr lang="en-US" sz="2400" dirty="0"/>
              <a:t> </a:t>
            </a:r>
            <a:r>
              <a:rPr lang="en-US" sz="2400" dirty="0" err="1"/>
              <a:t>çözmek</a:t>
            </a:r>
            <a:r>
              <a:rPr lang="en-US" sz="2400" dirty="0"/>
              <a:t> için </a:t>
            </a:r>
            <a:r>
              <a:rPr lang="en-US" sz="2400" dirty="0" err="1"/>
              <a:t>saygı</a:t>
            </a:r>
            <a:r>
              <a:rPr lang="en-US" sz="2400" dirty="0"/>
              <a:t> </a:t>
            </a:r>
            <a:r>
              <a:rPr lang="en-US" sz="2400" dirty="0" err="1"/>
              <a:t>kazanmak</a:t>
            </a:r>
            <a:r>
              <a:rPr lang="en-US" sz="2400" dirty="0"/>
              <a:t>
</a:t>
            </a:r>
            <a:r>
              <a:rPr lang="en-US" sz="2400" dirty="0" err="1"/>
              <a:t>Geliştirici</a:t>
            </a:r>
            <a:r>
              <a:rPr lang="en-US" sz="2400" dirty="0"/>
              <a:t> </a:t>
            </a:r>
            <a:r>
              <a:rPr lang="en-US" sz="2400" dirty="0" err="1"/>
              <a:t>topluluğuna</a:t>
            </a:r>
            <a:r>
              <a:rPr lang="en-US" sz="2400" dirty="0"/>
              <a:t> </a:t>
            </a:r>
            <a:r>
              <a:rPr lang="en-US" sz="2400" dirty="0" err="1"/>
              <a:t>geri</a:t>
            </a:r>
            <a:r>
              <a:rPr lang="en-US" sz="2400" dirty="0"/>
              <a:t> </a:t>
            </a:r>
            <a:r>
              <a:rPr lang="en-US" sz="2400" dirty="0" err="1"/>
              <a:t>ödeme</a:t>
            </a:r>
            <a:r>
              <a:rPr lang="en-US" sz="2400" dirty="0"/>
              <a:t> </a:t>
            </a:r>
            <a:r>
              <a:rPr lang="en-US" sz="2400" dirty="0" err="1"/>
              <a:t>yapmak</a:t>
            </a:r>
            <a:r>
              <a:rPr lang="en-US" sz="2400" dirty="0"/>
              <a:t> için
</a:t>
            </a:r>
            <a:r>
              <a:rPr lang="en-US" sz="2400" dirty="0" err="1"/>
              <a:t>Uzmanlığı</a:t>
            </a:r>
            <a:r>
              <a:rPr lang="en-US" sz="2400" dirty="0"/>
              <a:t> </a:t>
            </a:r>
            <a:r>
              <a:rPr lang="en-US" sz="2400" dirty="0" err="1"/>
              <a:t>teşvik</a:t>
            </a:r>
            <a:r>
              <a:rPr lang="en-US" sz="2400" dirty="0"/>
              <a:t> </a:t>
            </a:r>
            <a:r>
              <a:rPr lang="en-US" sz="2400" dirty="0" err="1"/>
              <a:t>etmek</a:t>
            </a:r>
            <a:r>
              <a:rPr lang="en-US" sz="2400" dirty="0"/>
              <a:t> </a:t>
            </a:r>
            <a:r>
              <a:rPr lang="en-US" sz="2400" dirty="0" err="1"/>
              <a:t>ve</a:t>
            </a:r>
            <a:r>
              <a:rPr lang="en-US" sz="2400" dirty="0"/>
              <a:t>/</a:t>
            </a:r>
            <a:r>
              <a:rPr lang="en-US" sz="2400" dirty="0" err="1"/>
              <a:t>veya</a:t>
            </a:r>
            <a:r>
              <a:rPr lang="en-US" sz="2400" dirty="0"/>
              <a:t> yeni </a:t>
            </a:r>
            <a:r>
              <a:rPr lang="en-US" sz="2400" dirty="0" err="1"/>
              <a:t>müşteriler</a:t>
            </a:r>
            <a:r>
              <a:rPr lang="en-US" sz="2400" dirty="0"/>
              <a:t> </a:t>
            </a:r>
            <a:r>
              <a:rPr lang="en-US" sz="2400" dirty="0" err="1"/>
              <a:t>çekmek</a:t>
            </a:r>
            <a:r>
              <a:rPr lang="en-US" sz="2400" dirty="0"/>
              <a:t> için
</a:t>
            </a:r>
            <a:r>
              <a:rPr lang="en-US" sz="2400" dirty="0" err="1"/>
              <a:t>Bakım</a:t>
            </a:r>
            <a:r>
              <a:rPr lang="en-US" sz="2400" dirty="0"/>
              <a:t> </a:t>
            </a:r>
            <a:r>
              <a:rPr lang="en-US" sz="2400" dirty="0" err="1"/>
              <a:t>maliyetini</a:t>
            </a:r>
            <a:r>
              <a:rPr lang="en-US" sz="2400" dirty="0"/>
              <a:t> </a:t>
            </a:r>
            <a:r>
              <a:rPr lang="en-US" sz="2400" dirty="0" err="1"/>
              <a:t>geri</a:t>
            </a:r>
            <a:r>
              <a:rPr lang="en-US" sz="2400" dirty="0"/>
              <a:t> </a:t>
            </a:r>
            <a:r>
              <a:rPr lang="en-US" sz="2400" dirty="0" err="1"/>
              <a:t>kazanmak</a:t>
            </a:r>
            <a:r>
              <a:rPr lang="en-US" sz="2400" dirty="0"/>
              <a:t> için
</a:t>
            </a:r>
            <a:r>
              <a:rPr lang="en-US" sz="2400" dirty="0" err="1"/>
              <a:t>Lisans</a:t>
            </a:r>
            <a:r>
              <a:rPr lang="en-US" sz="2400" dirty="0"/>
              <a:t> </a:t>
            </a:r>
            <a:r>
              <a:rPr lang="en-US" sz="2400" dirty="0" err="1"/>
              <a:t>ve</a:t>
            </a:r>
            <a:r>
              <a:rPr lang="en-US" sz="2400" dirty="0"/>
              <a:t> </a:t>
            </a:r>
            <a:r>
              <a:rPr lang="en-US" sz="2400" dirty="0" err="1"/>
              <a:t>pazarlama</a:t>
            </a:r>
            <a:r>
              <a:rPr lang="en-US" sz="2400" dirty="0"/>
              <a:t> </a:t>
            </a:r>
            <a:r>
              <a:rPr lang="en-US" sz="2400" dirty="0" err="1"/>
              <a:t>zahmetinden</a:t>
            </a:r>
            <a:r>
              <a:rPr lang="en-US" sz="2400" dirty="0"/>
              <a:t> </a:t>
            </a:r>
            <a:r>
              <a:rPr lang="en-US" sz="2400" dirty="0" err="1"/>
              <a:t>kaçınmak</a:t>
            </a:r>
            <a:r>
              <a:rPr lang="en-US" sz="2400" dirty="0"/>
              <a:t> için</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err="1"/>
              <a:t>Açık</a:t>
            </a:r>
            <a:r>
              <a:rPr lang="en-US" sz="4000" dirty="0"/>
              <a:t> Kaynak </a:t>
            </a:r>
            <a:r>
              <a:rPr lang="en-US" sz="4000" dirty="0" err="1"/>
              <a:t>Kod</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999775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638467"/>
          </a:xfrm>
        </p:spPr>
        <p:txBody>
          <a:bodyPr/>
          <a:lstStyle/>
          <a:p>
            <a:r>
              <a:rPr lang="en-US" sz="2400" dirty="0" err="1"/>
              <a:t>Rekabet</a:t>
            </a:r>
            <a:r>
              <a:rPr lang="en-US" sz="2400" dirty="0"/>
              <a:t> </a:t>
            </a:r>
            <a:r>
              <a:rPr lang="en-US" sz="2400" dirty="0" err="1"/>
              <a:t>istihbaratı</a:t>
            </a:r>
            <a:r>
              <a:rPr lang="en-US" sz="2400" dirty="0"/>
              <a:t>: Bir </a:t>
            </a:r>
            <a:r>
              <a:rPr lang="en-US" sz="2400" dirty="0" err="1"/>
              <a:t>şirketin</a:t>
            </a:r>
            <a:r>
              <a:rPr lang="en-US" sz="2400" dirty="0"/>
              <a:t> </a:t>
            </a:r>
            <a:r>
              <a:rPr lang="en-US" sz="2400" dirty="0" err="1"/>
              <a:t>rakiplerine</a:t>
            </a:r>
            <a:r>
              <a:rPr lang="en-US" sz="2400" dirty="0"/>
              <a:t> </a:t>
            </a:r>
            <a:r>
              <a:rPr lang="en-US" sz="2400" dirty="0" err="1"/>
              <a:t>karşı</a:t>
            </a:r>
            <a:r>
              <a:rPr lang="en-US" sz="2400" dirty="0"/>
              <a:t> </a:t>
            </a:r>
            <a:r>
              <a:rPr lang="en-US" sz="2400" dirty="0" err="1"/>
              <a:t>avantaj</a:t>
            </a:r>
            <a:r>
              <a:rPr lang="en-US" sz="2400" dirty="0"/>
              <a:t> </a:t>
            </a:r>
            <a:r>
              <a:rPr lang="en-US" sz="2400" dirty="0" err="1"/>
              <a:t>elde</a:t>
            </a:r>
            <a:r>
              <a:rPr lang="en-US" sz="2400" dirty="0"/>
              <a:t> </a:t>
            </a:r>
            <a:r>
              <a:rPr lang="en-US" sz="2400" dirty="0" err="1"/>
              <a:t>etmesine</a:t>
            </a:r>
            <a:r>
              <a:rPr lang="en-US" sz="2400" dirty="0"/>
              <a:t> </a:t>
            </a:r>
            <a:r>
              <a:rPr lang="en-US" sz="2400" dirty="0" err="1"/>
              <a:t>yardımcı</a:t>
            </a:r>
            <a:r>
              <a:rPr lang="en-US" sz="2400" dirty="0"/>
              <a:t> </a:t>
            </a:r>
            <a:r>
              <a:rPr lang="en-US" sz="2400" dirty="0" err="1"/>
              <a:t>olmak</a:t>
            </a:r>
            <a:r>
              <a:rPr lang="en-US" sz="2400" dirty="0"/>
              <a:t> için </a:t>
            </a:r>
            <a:r>
              <a:rPr lang="en-US" sz="2400" dirty="0" err="1"/>
              <a:t>toplanan</a:t>
            </a:r>
            <a:r>
              <a:rPr lang="en-US" sz="2400" dirty="0"/>
              <a:t> </a:t>
            </a:r>
            <a:r>
              <a:rPr lang="en-US" sz="2400" dirty="0" err="1"/>
              <a:t>yasal</a:t>
            </a:r>
            <a:r>
              <a:rPr lang="en-US" sz="2400" dirty="0"/>
              <a:t> </a:t>
            </a:r>
            <a:r>
              <a:rPr lang="en-US" sz="2400" dirty="0" err="1"/>
              <a:t>olarak</a:t>
            </a:r>
            <a:r>
              <a:rPr lang="en-US" sz="2400" dirty="0"/>
              <a:t> </a:t>
            </a:r>
            <a:r>
              <a:rPr lang="en-US" sz="2400" dirty="0" err="1"/>
              <a:t>elde</a:t>
            </a:r>
            <a:r>
              <a:rPr lang="en-US" sz="2400" dirty="0"/>
              <a:t> </a:t>
            </a:r>
            <a:r>
              <a:rPr lang="en-US" sz="2400" dirty="0" err="1"/>
              <a:t>edilen</a:t>
            </a:r>
            <a:r>
              <a:rPr lang="en-US" sz="2400" dirty="0"/>
              <a:t> </a:t>
            </a:r>
            <a:r>
              <a:rPr lang="en-US" sz="2400" dirty="0" err="1"/>
              <a:t>bilgiler</a:t>
            </a:r>
            <a:r>
              <a:rPr lang="en-US" sz="2400" dirty="0"/>
              <a:t>
Bir </a:t>
            </a:r>
            <a:r>
              <a:rPr lang="en-US" sz="2400" dirty="0" err="1"/>
              <a:t>şirketin</a:t>
            </a:r>
            <a:r>
              <a:rPr lang="en-US" sz="2400" dirty="0"/>
              <a:t> </a:t>
            </a:r>
            <a:r>
              <a:rPr lang="en-US" sz="2400" dirty="0" err="1"/>
              <a:t>stratejik</a:t>
            </a:r>
            <a:r>
              <a:rPr lang="en-US" sz="2400" dirty="0"/>
              <a:t> </a:t>
            </a:r>
            <a:r>
              <a:rPr lang="en-US" sz="2400" dirty="0" err="1"/>
              <a:t>planlarına</a:t>
            </a:r>
            <a:r>
              <a:rPr lang="en-US" sz="2400" dirty="0"/>
              <a:t> </a:t>
            </a:r>
            <a:r>
              <a:rPr lang="en-US" sz="2400" dirty="0" err="1"/>
              <a:t>ve</a:t>
            </a:r>
            <a:r>
              <a:rPr lang="en-US" sz="2400" dirty="0"/>
              <a:t> </a:t>
            </a:r>
            <a:r>
              <a:rPr lang="en-US" sz="2400" dirty="0" err="1"/>
              <a:t>karar</a:t>
            </a:r>
            <a:r>
              <a:rPr lang="en-US" sz="2400" dirty="0"/>
              <a:t> alma </a:t>
            </a:r>
            <a:r>
              <a:rPr lang="en-US" sz="2400" dirty="0" err="1"/>
              <a:t>süreçlerine</a:t>
            </a:r>
            <a:r>
              <a:rPr lang="en-US" sz="2400" dirty="0"/>
              <a:t> </a:t>
            </a:r>
            <a:r>
              <a:rPr lang="en-US" sz="2400" dirty="0" err="1"/>
              <a:t>entegre</a:t>
            </a:r>
            <a:r>
              <a:rPr lang="en-US" sz="2400" dirty="0"/>
              <a:t> </a:t>
            </a:r>
            <a:r>
              <a:rPr lang="en-US" sz="2400" dirty="0" err="1"/>
              <a:t>edilmiştir</a:t>
            </a:r>
            <a:r>
              <a:rPr lang="en-US" sz="2400" dirty="0"/>
              <a:t>
</a:t>
            </a:r>
            <a:r>
              <a:rPr lang="en-US" sz="2400" dirty="0" err="1"/>
              <a:t>Endüstriyel</a:t>
            </a:r>
            <a:r>
              <a:rPr lang="en-US" sz="2400" dirty="0"/>
              <a:t> </a:t>
            </a:r>
            <a:r>
              <a:rPr lang="en-US" sz="2400" dirty="0" err="1"/>
              <a:t>casusluk</a:t>
            </a:r>
            <a:r>
              <a:rPr lang="en-US" sz="2400" dirty="0"/>
              <a:t> (</a:t>
            </a:r>
            <a:r>
              <a:rPr lang="en-US" sz="2400" dirty="0" err="1"/>
              <a:t>ticari</a:t>
            </a:r>
            <a:r>
              <a:rPr lang="en-US" sz="2400" dirty="0"/>
              <a:t> </a:t>
            </a:r>
            <a:r>
              <a:rPr lang="en-US" sz="2400" dirty="0" err="1"/>
              <a:t>bilgileri</a:t>
            </a:r>
            <a:r>
              <a:rPr lang="en-US" sz="2400" dirty="0"/>
              <a:t> </a:t>
            </a:r>
            <a:r>
              <a:rPr lang="en-US" sz="2400" dirty="0" err="1"/>
              <a:t>elde</a:t>
            </a:r>
            <a:r>
              <a:rPr lang="en-US" sz="2400" dirty="0"/>
              <a:t> </a:t>
            </a:r>
            <a:r>
              <a:rPr lang="en-US" sz="2400" dirty="0" err="1"/>
              <a:t>etmek</a:t>
            </a:r>
            <a:r>
              <a:rPr lang="en-US" sz="2400" dirty="0"/>
              <a:t> için </a:t>
            </a:r>
            <a:r>
              <a:rPr lang="en-US" sz="2400" dirty="0" err="1"/>
              <a:t>yasa</a:t>
            </a:r>
            <a:r>
              <a:rPr lang="en-US" sz="2400" dirty="0"/>
              <a:t> </a:t>
            </a:r>
            <a:r>
              <a:rPr lang="en-US" sz="2400" dirty="0" err="1"/>
              <a:t>dışı</a:t>
            </a:r>
            <a:r>
              <a:rPr lang="en-US" sz="2400" dirty="0"/>
              <a:t> </a:t>
            </a:r>
            <a:r>
              <a:rPr lang="en-US" sz="2400" dirty="0" err="1"/>
              <a:t>araçların</a:t>
            </a:r>
            <a:r>
              <a:rPr lang="en-US" sz="2400" dirty="0"/>
              <a:t> </a:t>
            </a:r>
            <a:r>
              <a:rPr lang="en-US" sz="2400" dirty="0" err="1"/>
              <a:t>kullanılması</a:t>
            </a:r>
            <a:r>
              <a:rPr lang="en-US" sz="2400" dirty="0"/>
              <a:t>) </a:t>
            </a:r>
            <a:r>
              <a:rPr lang="en-US" sz="2400" dirty="0" err="1"/>
              <a:t>ile</a:t>
            </a:r>
            <a:r>
              <a:rPr lang="en-US" sz="2400" dirty="0"/>
              <a:t> </a:t>
            </a:r>
            <a:r>
              <a:rPr lang="en-US" sz="2400" dirty="0" err="1"/>
              <a:t>aynı</a:t>
            </a:r>
            <a:r>
              <a:rPr lang="en-US" sz="2400" dirty="0"/>
              <a:t> </a:t>
            </a:r>
            <a:r>
              <a:rPr lang="en-US" sz="2400" dirty="0" err="1"/>
              <a:t>şey</a:t>
            </a:r>
            <a:r>
              <a:rPr lang="en-US" sz="2400" dirty="0"/>
              <a:t> </a:t>
            </a:r>
            <a:r>
              <a:rPr lang="en-US" sz="2400" dirty="0" err="1"/>
              <a:t>değildir</a:t>
            </a:r>
            <a:r>
              <a:rPr lang="en-US" sz="2400" dirty="0"/>
              <a:t>
</a:t>
            </a:r>
            <a:r>
              <a:rPr lang="en-US" sz="2400" dirty="0" err="1"/>
              <a:t>Rekabetçi</a:t>
            </a:r>
            <a:r>
              <a:rPr lang="en-US" sz="2400" dirty="0"/>
              <a:t> </a:t>
            </a:r>
            <a:r>
              <a:rPr lang="en-US" sz="2400" dirty="0" err="1"/>
              <a:t>istihbarat</a:t>
            </a:r>
            <a:r>
              <a:rPr lang="en-US" sz="2400" dirty="0"/>
              <a:t> </a:t>
            </a:r>
            <a:r>
              <a:rPr lang="en-US" sz="2400" dirty="0" err="1"/>
              <a:t>verilerinin</a:t>
            </a:r>
            <a:r>
              <a:rPr lang="en-US" sz="2400" dirty="0"/>
              <a:t> </a:t>
            </a:r>
            <a:r>
              <a:rPr lang="en-US" sz="2400" dirty="0" err="1"/>
              <a:t>kaynakları</a:t>
            </a:r>
            <a:r>
              <a:rPr lang="en-US" sz="2400" dirty="0"/>
              <a:t>:
</a:t>
            </a:r>
            <a:r>
              <a:rPr lang="en-US" sz="2400" dirty="0" err="1"/>
              <a:t>Yıllık</a:t>
            </a:r>
            <a:r>
              <a:rPr lang="en-US" sz="2400" dirty="0"/>
              <a:t> </a:t>
            </a:r>
            <a:r>
              <a:rPr lang="en-US" sz="2400" dirty="0" err="1"/>
              <a:t>ve</a:t>
            </a:r>
            <a:r>
              <a:rPr lang="en-US" sz="2400" dirty="0"/>
              <a:t> </a:t>
            </a:r>
            <a:r>
              <a:rPr lang="en-US" sz="2400" dirty="0" err="1"/>
              <a:t>üç</a:t>
            </a:r>
            <a:r>
              <a:rPr lang="en-US" sz="2400" dirty="0"/>
              <a:t> </a:t>
            </a:r>
            <a:r>
              <a:rPr lang="en-US" sz="2400" dirty="0" err="1"/>
              <a:t>aylık</a:t>
            </a:r>
            <a:r>
              <a:rPr lang="en-US" sz="2400" dirty="0"/>
              <a:t> </a:t>
            </a:r>
            <a:r>
              <a:rPr lang="en-US" sz="2400" dirty="0" err="1"/>
              <a:t>raporlar</a:t>
            </a:r>
            <a:r>
              <a:rPr lang="en-US" sz="2400" dirty="0"/>
              <a:t>
</a:t>
            </a:r>
            <a:r>
              <a:rPr lang="en-US" sz="2400" dirty="0" err="1"/>
              <a:t>Promosyon</a:t>
            </a:r>
            <a:r>
              <a:rPr lang="en-US" sz="2400" dirty="0"/>
              <a:t> </a:t>
            </a:r>
            <a:r>
              <a:rPr lang="en-US" sz="2400" dirty="0" err="1"/>
              <a:t>malzemeleri</a:t>
            </a:r>
            <a:r>
              <a:rPr lang="en-US" sz="2400" dirty="0"/>
              <a:t> </a:t>
            </a:r>
            <a:r>
              <a:rPr lang="en-US" sz="2400" dirty="0" err="1"/>
              <a:t>ve</a:t>
            </a:r>
            <a:r>
              <a:rPr lang="en-US" sz="2400" dirty="0"/>
              <a:t> web </a:t>
            </a:r>
            <a:r>
              <a:rPr lang="en-US" sz="2400" dirty="0" err="1"/>
              <a:t>siteleri</a:t>
            </a:r>
            <a:r>
              <a:rPr lang="en-US" sz="2400" dirty="0"/>
              <a:t>
</a:t>
            </a:r>
            <a:r>
              <a:rPr lang="en-US" sz="2400" dirty="0" err="1"/>
              <a:t>Kredi</a:t>
            </a:r>
            <a:r>
              <a:rPr lang="en-US" sz="2400" dirty="0"/>
              <a:t> </a:t>
            </a:r>
            <a:r>
              <a:rPr lang="en-US" sz="2400" dirty="0" err="1"/>
              <a:t>raporları</a:t>
            </a:r>
            <a:r>
              <a:rPr lang="en-US" sz="2400" dirty="0"/>
              <a:t> </a:t>
            </a:r>
            <a:r>
              <a:rPr lang="en-US" sz="2400" dirty="0" err="1"/>
              <a:t>ve</a:t>
            </a:r>
            <a:r>
              <a:rPr lang="en-US" sz="2400" dirty="0"/>
              <a:t> </a:t>
            </a:r>
            <a:r>
              <a:rPr lang="en-US" sz="2400" dirty="0" err="1"/>
              <a:t>yatırım</a:t>
            </a:r>
            <a:r>
              <a:rPr lang="en-US" sz="2400" dirty="0"/>
              <a:t> </a:t>
            </a:r>
            <a:r>
              <a:rPr lang="en-US" sz="2400" dirty="0" err="1"/>
              <a:t>analizleri</a:t>
            </a:r>
            <a:r>
              <a:rPr lang="en-US" sz="2400" dirty="0"/>
              <a:t>
</a:t>
            </a:r>
            <a:r>
              <a:rPr lang="en-US" sz="2400" dirty="0" err="1"/>
              <a:t>Yazılım</a:t>
            </a:r>
            <a:r>
              <a:rPr lang="en-US" sz="2400" dirty="0"/>
              <a:t> </a:t>
            </a:r>
            <a:r>
              <a:rPr lang="en-US" sz="2400" dirty="0" err="1"/>
              <a:t>uygulamaları</a:t>
            </a:r>
            <a:r>
              <a:rPr lang="en-US" sz="2400" dirty="0"/>
              <a:t>, </a:t>
            </a:r>
            <a:r>
              <a:rPr lang="en-US" sz="2400" dirty="0" err="1"/>
              <a:t>veritabanları</a:t>
            </a:r>
            <a:r>
              <a:rPr lang="en-US" sz="2400" dirty="0"/>
              <a:t> </a:t>
            </a:r>
            <a:r>
              <a:rPr lang="en-US" sz="2400" dirty="0" err="1"/>
              <a:t>ve</a:t>
            </a:r>
            <a:r>
              <a:rPr lang="en-US" sz="2400" dirty="0"/>
              <a:t> </a:t>
            </a:r>
            <a:r>
              <a:rPr lang="en-US" sz="2400" dirty="0" err="1"/>
              <a:t>Rapportive</a:t>
            </a:r>
            <a:r>
              <a:rPr lang="en-US" sz="2400" dirty="0"/>
              <a:t>, Crunchbase, CORI </a:t>
            </a:r>
            <a:r>
              <a:rPr lang="en-US" sz="2400" dirty="0" err="1"/>
              <a:t>ve</a:t>
            </a:r>
            <a:r>
              <a:rPr lang="en-US" sz="2400" dirty="0"/>
              <a:t> WhoGotFunded.com </a:t>
            </a:r>
            <a:r>
              <a:rPr lang="en-US" sz="2400" dirty="0" err="1"/>
              <a:t>gibi</a:t>
            </a:r>
            <a:r>
              <a:rPr lang="en-US" sz="2400" dirty="0"/>
              <a:t> </a:t>
            </a:r>
            <a:r>
              <a:rPr lang="en-US" sz="2400" dirty="0" err="1"/>
              <a:t>sosyal</a:t>
            </a:r>
            <a:r>
              <a:rPr lang="en-US" sz="2400" dirty="0"/>
              <a:t> </a:t>
            </a:r>
            <a:r>
              <a:rPr lang="en-US" sz="2400" dirty="0" err="1"/>
              <a:t>medya</a:t>
            </a:r>
            <a:r>
              <a:rPr lang="en-US" sz="2400" dirty="0"/>
              <a:t> </a:t>
            </a:r>
            <a:r>
              <a:rPr lang="en-US" sz="2400" dirty="0" err="1"/>
              <a:t>araçları</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err="1"/>
              <a:t>Rekabet</a:t>
            </a:r>
            <a:r>
              <a:rPr lang="en-US" sz="4000" dirty="0"/>
              <a:t> </a:t>
            </a:r>
            <a:r>
              <a:rPr lang="en-US" sz="4000" dirty="0" err="1"/>
              <a:t>İstihbaratı</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99928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6-4 (part 1): This table presents a checklist of questions a manager should ask in order to run an ethical competitive intelligence operation. &#10;Has the competitive intelligence organization developed a mission statement, objectives, goals, and a code of ethics?&#10;Has the company’s legal department approved the mission statement, objectives, goals, and code of ethics?&#10;Do analysts understand the need to abide by their organization’s code of ethics and corporate policies?&#10;Is there a rigorous training and certification process for analysts?&#10;Do analysts understand all applicable laws—domestic and international—including the Uniform Trade Secrets Act, Defend Trade Secrets Act, and the Economic Espionage Act, and do they understand the critical importance of abiding by them?"/>
          <p:cNvGraphicFramePr>
            <a:graphicFrameLocks noGrp="1"/>
          </p:cNvGraphicFramePr>
          <p:nvPr>
            <p:ph idx="1"/>
            <p:extLst>
              <p:ext uri="{D42A27DB-BD31-4B8C-83A1-F6EECF244321}">
                <p14:modId xmlns:p14="http://schemas.microsoft.com/office/powerpoint/2010/main" val="1570629055"/>
              </p:ext>
            </p:extLst>
          </p:nvPr>
        </p:nvGraphicFramePr>
        <p:xfrm>
          <a:off x="365125" y="1066800"/>
          <a:ext cx="8415339" cy="4480497"/>
        </p:xfrm>
        <a:graphic>
          <a:graphicData uri="http://schemas.openxmlformats.org/drawingml/2006/table">
            <a:tbl>
              <a:tblPr firstRow="1" bandRow="1">
                <a:tableStyleId>{5C22544A-7EE6-4342-B048-85BDC9FD1C3A}</a:tableStyleId>
              </a:tblPr>
              <a:tblGrid>
                <a:gridCol w="7254875">
                  <a:extLst>
                    <a:ext uri="{9D8B030D-6E8A-4147-A177-3AD203B41FA5}">
                      <a16:colId xmlns:a16="http://schemas.microsoft.com/office/drawing/2014/main" val="3537333476"/>
                    </a:ext>
                  </a:extLst>
                </a:gridCol>
                <a:gridCol w="609600">
                  <a:extLst>
                    <a:ext uri="{9D8B030D-6E8A-4147-A177-3AD203B41FA5}">
                      <a16:colId xmlns:a16="http://schemas.microsoft.com/office/drawing/2014/main" val="4169488854"/>
                    </a:ext>
                  </a:extLst>
                </a:gridCol>
                <a:gridCol w="550864">
                  <a:extLst>
                    <a:ext uri="{9D8B030D-6E8A-4147-A177-3AD203B41FA5}">
                      <a16:colId xmlns:a16="http://schemas.microsoft.com/office/drawing/2014/main" val="2181048457"/>
                    </a:ext>
                  </a:extLst>
                </a:gridCol>
              </a:tblGrid>
              <a:tr h="370840">
                <a:tc>
                  <a:txBody>
                    <a:bodyPr/>
                    <a:lstStyle/>
                    <a:p>
                      <a:r>
                        <a:rPr lang="en-US" sz="2000" dirty="0"/>
                        <a:t>SORU</a:t>
                      </a:r>
                    </a:p>
                  </a:txBody>
                  <a:tcPr/>
                </a:tc>
                <a:tc>
                  <a:txBody>
                    <a:bodyPr/>
                    <a:lstStyle/>
                    <a:p>
                      <a:pPr algn="ctr"/>
                      <a:r>
                        <a:rPr lang="en-US" sz="2000" dirty="0"/>
                        <a:t>YES</a:t>
                      </a:r>
                    </a:p>
                  </a:txBody>
                  <a:tcPr/>
                </a:tc>
                <a:tc>
                  <a:txBody>
                    <a:bodyPr/>
                    <a:lstStyle/>
                    <a:p>
                      <a:pPr algn="ctr"/>
                      <a:r>
                        <a:rPr lang="en-US" sz="2000" dirty="0"/>
                        <a:t>NO</a:t>
                      </a:r>
                    </a:p>
                  </a:txBody>
                  <a:tcPr/>
                </a:tc>
                <a:extLst>
                  <a:ext uri="{0D108BD9-81ED-4DB2-BD59-A6C34878D82A}">
                    <a16:rowId xmlns:a16="http://schemas.microsoft.com/office/drawing/2014/main" val="2146939194"/>
                  </a:ext>
                </a:extLst>
              </a:tr>
              <a:tr h="370840">
                <a:tc>
                  <a:txBody>
                    <a:bodyPr/>
                    <a:lstStyle/>
                    <a:p>
                      <a:pPr marL="285750" indent="-285750">
                        <a:lnSpc>
                          <a:spcPct val="114000"/>
                        </a:lnSpc>
                        <a:buClr>
                          <a:schemeClr val="accent2"/>
                        </a:buClr>
                        <a:buFont typeface="Arial" panose="020B0604020202020204" pitchFamily="34" charset="0"/>
                        <a:buChar char="•"/>
                      </a:pPr>
                      <a:r>
                        <a:rPr lang="en-US" sz="2100" dirty="0" err="1"/>
                        <a:t>Rekabetçi</a:t>
                      </a:r>
                      <a:r>
                        <a:rPr lang="en-US" sz="2100" dirty="0"/>
                        <a:t> </a:t>
                      </a:r>
                      <a:r>
                        <a:rPr lang="en-US" sz="2100" dirty="0" err="1"/>
                        <a:t>istihbarat</a:t>
                      </a:r>
                      <a:r>
                        <a:rPr lang="en-US" sz="2100" dirty="0"/>
                        <a:t> </a:t>
                      </a:r>
                      <a:r>
                        <a:rPr lang="en-US" sz="2100" dirty="0" err="1"/>
                        <a:t>örgütü</a:t>
                      </a:r>
                      <a:r>
                        <a:rPr lang="en-US" sz="2100" dirty="0"/>
                        <a:t> </a:t>
                      </a:r>
                      <a:r>
                        <a:rPr lang="en-US" sz="2100" dirty="0" err="1"/>
                        <a:t>bir</a:t>
                      </a:r>
                      <a:r>
                        <a:rPr lang="en-US" sz="2100" dirty="0"/>
                        <a:t> </a:t>
                      </a:r>
                      <a:r>
                        <a:rPr lang="en-US" sz="2100" dirty="0" err="1"/>
                        <a:t>misyon</a:t>
                      </a:r>
                      <a:r>
                        <a:rPr lang="en-US" sz="2100" dirty="0"/>
                        <a:t> </a:t>
                      </a:r>
                      <a:r>
                        <a:rPr lang="en-US" sz="2100" dirty="0" err="1"/>
                        <a:t>beyanı</a:t>
                      </a:r>
                      <a:r>
                        <a:rPr lang="en-US" sz="2100" dirty="0"/>
                        <a:t>, </a:t>
                      </a:r>
                      <a:r>
                        <a:rPr lang="en-US" sz="2100" dirty="0" err="1"/>
                        <a:t>hedefler</a:t>
                      </a:r>
                      <a:r>
                        <a:rPr lang="en-US" sz="2100" dirty="0"/>
                        <a:t>, </a:t>
                      </a:r>
                      <a:r>
                        <a:rPr lang="en-US" sz="2100" dirty="0" err="1"/>
                        <a:t>hedefler</a:t>
                      </a:r>
                      <a:r>
                        <a:rPr lang="en-US" sz="2100" dirty="0"/>
                        <a:t> </a:t>
                      </a:r>
                      <a:r>
                        <a:rPr lang="en-US" sz="2100" dirty="0" err="1"/>
                        <a:t>ve</a:t>
                      </a:r>
                      <a:r>
                        <a:rPr lang="en-US" sz="2100" dirty="0"/>
                        <a:t> </a:t>
                      </a:r>
                      <a:r>
                        <a:rPr lang="en-US" sz="2100" dirty="0" err="1"/>
                        <a:t>bir</a:t>
                      </a:r>
                      <a:r>
                        <a:rPr lang="en-US" sz="2100" dirty="0"/>
                        <a:t> </a:t>
                      </a:r>
                      <a:r>
                        <a:rPr lang="en-US" sz="2100" dirty="0" err="1"/>
                        <a:t>etik</a:t>
                      </a:r>
                      <a:r>
                        <a:rPr lang="en-US" sz="2100" dirty="0"/>
                        <a:t> </a:t>
                      </a:r>
                      <a:r>
                        <a:rPr lang="en-US" sz="2100" dirty="0" err="1"/>
                        <a:t>kodu</a:t>
                      </a:r>
                      <a:r>
                        <a:rPr lang="en-US" sz="2100" dirty="0"/>
                        <a:t> </a:t>
                      </a:r>
                      <a:r>
                        <a:rPr lang="en-US" sz="2100" dirty="0" err="1"/>
                        <a:t>geliştirdi</a:t>
                      </a:r>
                      <a:r>
                        <a:rPr lang="en-US" sz="2100" dirty="0"/>
                        <a:t> mi?
</a:t>
                      </a:r>
                      <a:r>
                        <a:rPr lang="en-US" sz="2100" dirty="0" err="1"/>
                        <a:t>Şirketin</a:t>
                      </a:r>
                      <a:r>
                        <a:rPr lang="en-US" sz="2100" dirty="0"/>
                        <a:t> </a:t>
                      </a:r>
                      <a:r>
                        <a:rPr lang="en-US" sz="2100" dirty="0" err="1"/>
                        <a:t>hukuk</a:t>
                      </a:r>
                      <a:r>
                        <a:rPr lang="en-US" sz="2100" dirty="0"/>
                        <a:t> </a:t>
                      </a:r>
                      <a:r>
                        <a:rPr lang="en-US" sz="2100" dirty="0" err="1"/>
                        <a:t>departmanı</a:t>
                      </a:r>
                      <a:r>
                        <a:rPr lang="en-US" sz="2100" dirty="0"/>
                        <a:t> </a:t>
                      </a:r>
                      <a:r>
                        <a:rPr lang="en-US" sz="2100" dirty="0" err="1"/>
                        <a:t>misyon</a:t>
                      </a:r>
                      <a:r>
                        <a:rPr lang="en-US" sz="2100" dirty="0"/>
                        <a:t> </a:t>
                      </a:r>
                      <a:r>
                        <a:rPr lang="en-US" sz="2100" dirty="0" err="1"/>
                        <a:t>beyanını</a:t>
                      </a:r>
                      <a:r>
                        <a:rPr lang="en-US" sz="2100" dirty="0"/>
                        <a:t>, </a:t>
                      </a:r>
                      <a:r>
                        <a:rPr lang="en-US" sz="2100" dirty="0" err="1"/>
                        <a:t>amaçları</a:t>
                      </a:r>
                      <a:r>
                        <a:rPr lang="en-US" sz="2100" dirty="0"/>
                        <a:t>, </a:t>
                      </a:r>
                      <a:r>
                        <a:rPr lang="en-US" sz="2100" dirty="0" err="1"/>
                        <a:t>hedefleri</a:t>
                      </a:r>
                      <a:r>
                        <a:rPr lang="en-US" sz="2100" dirty="0"/>
                        <a:t> </a:t>
                      </a:r>
                      <a:r>
                        <a:rPr lang="en-US" sz="2100" dirty="0" err="1"/>
                        <a:t>ve</a:t>
                      </a:r>
                      <a:r>
                        <a:rPr lang="en-US" sz="2100" dirty="0"/>
                        <a:t> </a:t>
                      </a:r>
                      <a:r>
                        <a:rPr lang="en-US" sz="2100" dirty="0" err="1"/>
                        <a:t>etik</a:t>
                      </a:r>
                      <a:r>
                        <a:rPr lang="en-US" sz="2100" dirty="0"/>
                        <a:t> </a:t>
                      </a:r>
                      <a:r>
                        <a:rPr lang="en-US" sz="2100" dirty="0" err="1"/>
                        <a:t>kuralları</a:t>
                      </a:r>
                      <a:r>
                        <a:rPr lang="en-US" sz="2100" dirty="0"/>
                        <a:t> </a:t>
                      </a:r>
                      <a:r>
                        <a:rPr lang="en-US" sz="2100" dirty="0" err="1"/>
                        <a:t>onayladı</a:t>
                      </a:r>
                      <a:r>
                        <a:rPr lang="en-US" sz="2100" dirty="0"/>
                        <a:t> </a:t>
                      </a:r>
                      <a:r>
                        <a:rPr lang="en-US" sz="2100" dirty="0" err="1"/>
                        <a:t>mı</a:t>
                      </a:r>
                      <a:r>
                        <a:rPr lang="en-US" sz="2100" dirty="0"/>
                        <a:t>?
</a:t>
                      </a:r>
                      <a:r>
                        <a:rPr lang="en-US" sz="2100" dirty="0" err="1"/>
                        <a:t>Analistler</a:t>
                      </a:r>
                      <a:r>
                        <a:rPr lang="en-US" sz="2100" dirty="0"/>
                        <a:t>, </a:t>
                      </a:r>
                      <a:r>
                        <a:rPr lang="en-US" sz="2100" dirty="0" err="1"/>
                        <a:t>kuruluşlarının</a:t>
                      </a:r>
                      <a:r>
                        <a:rPr lang="en-US" sz="2100" dirty="0"/>
                        <a:t> </a:t>
                      </a:r>
                      <a:r>
                        <a:rPr lang="en-US" sz="2100" dirty="0" err="1"/>
                        <a:t>etik</a:t>
                      </a:r>
                      <a:r>
                        <a:rPr lang="en-US" sz="2100" dirty="0"/>
                        <a:t> </a:t>
                      </a:r>
                      <a:r>
                        <a:rPr lang="en-US" sz="2100" dirty="0" err="1"/>
                        <a:t>kurallarına</a:t>
                      </a:r>
                      <a:r>
                        <a:rPr lang="en-US" sz="2100" dirty="0"/>
                        <a:t> </a:t>
                      </a:r>
                      <a:r>
                        <a:rPr lang="en-US" sz="2100" dirty="0" err="1"/>
                        <a:t>ve</a:t>
                      </a:r>
                      <a:r>
                        <a:rPr lang="en-US" sz="2100" dirty="0"/>
                        <a:t> </a:t>
                      </a:r>
                      <a:r>
                        <a:rPr lang="en-US" sz="2100" dirty="0" err="1"/>
                        <a:t>kurumsal</a:t>
                      </a:r>
                      <a:r>
                        <a:rPr lang="en-US" sz="2100" dirty="0"/>
                        <a:t> </a:t>
                      </a:r>
                      <a:r>
                        <a:rPr lang="en-US" sz="2100" dirty="0" err="1"/>
                        <a:t>politikalarına</a:t>
                      </a:r>
                      <a:r>
                        <a:rPr lang="en-US" sz="2100" dirty="0"/>
                        <a:t> </a:t>
                      </a:r>
                      <a:r>
                        <a:rPr lang="en-US" sz="2100" dirty="0" err="1"/>
                        <a:t>uyma</a:t>
                      </a:r>
                      <a:r>
                        <a:rPr lang="en-US" sz="2100" dirty="0"/>
                        <a:t> </a:t>
                      </a:r>
                      <a:r>
                        <a:rPr lang="en-US" sz="2100" dirty="0" err="1"/>
                        <a:t>gereğini</a:t>
                      </a:r>
                      <a:r>
                        <a:rPr lang="en-US" sz="2100" dirty="0"/>
                        <a:t> </a:t>
                      </a:r>
                      <a:r>
                        <a:rPr lang="en-US" sz="2100" dirty="0" err="1"/>
                        <a:t>anlıyor</a:t>
                      </a:r>
                      <a:r>
                        <a:rPr lang="en-US" sz="2100" dirty="0"/>
                        <a:t> mu?
</a:t>
                      </a:r>
                      <a:r>
                        <a:rPr lang="en-US" sz="2100" dirty="0" err="1"/>
                        <a:t>Analistler</a:t>
                      </a:r>
                      <a:r>
                        <a:rPr lang="en-US" sz="2100" dirty="0"/>
                        <a:t> için </a:t>
                      </a:r>
                      <a:r>
                        <a:rPr lang="en-US" sz="2100" dirty="0" err="1"/>
                        <a:t>sıkı</a:t>
                      </a:r>
                      <a:r>
                        <a:rPr lang="en-US" sz="2100" dirty="0"/>
                        <a:t> </a:t>
                      </a:r>
                      <a:r>
                        <a:rPr lang="en-US" sz="2100" dirty="0" err="1"/>
                        <a:t>bir</a:t>
                      </a:r>
                      <a:r>
                        <a:rPr lang="en-US" sz="2100" dirty="0"/>
                        <a:t> </a:t>
                      </a:r>
                      <a:r>
                        <a:rPr lang="en-US" sz="2100" dirty="0" err="1"/>
                        <a:t>eğitim</a:t>
                      </a:r>
                      <a:r>
                        <a:rPr lang="en-US" sz="2100" dirty="0"/>
                        <a:t> </a:t>
                      </a:r>
                      <a:r>
                        <a:rPr lang="en-US" sz="2100" dirty="0" err="1"/>
                        <a:t>ve</a:t>
                      </a:r>
                      <a:r>
                        <a:rPr lang="en-US" sz="2100" dirty="0"/>
                        <a:t> </a:t>
                      </a:r>
                      <a:r>
                        <a:rPr lang="en-US" sz="2100" dirty="0" err="1"/>
                        <a:t>sertifikasyon</a:t>
                      </a:r>
                      <a:r>
                        <a:rPr lang="en-US" sz="2100" dirty="0"/>
                        <a:t> </a:t>
                      </a:r>
                      <a:r>
                        <a:rPr lang="en-US" sz="2100" dirty="0" err="1"/>
                        <a:t>süreci</a:t>
                      </a:r>
                      <a:r>
                        <a:rPr lang="en-US" sz="2100" dirty="0"/>
                        <a:t> var </a:t>
                      </a:r>
                      <a:r>
                        <a:rPr lang="en-US" sz="2100" dirty="0" err="1"/>
                        <a:t>mı</a:t>
                      </a:r>
                      <a:r>
                        <a:rPr lang="en-US" sz="2100" dirty="0"/>
                        <a:t>?
</a:t>
                      </a:r>
                      <a:r>
                        <a:rPr lang="en-US" sz="2100" dirty="0" err="1"/>
                        <a:t>Analistler</a:t>
                      </a:r>
                      <a:r>
                        <a:rPr lang="en-US" sz="2100" dirty="0"/>
                        <a:t>, </a:t>
                      </a:r>
                      <a:r>
                        <a:rPr lang="en-US" sz="2100" dirty="0" err="1"/>
                        <a:t>Tekdüzen</a:t>
                      </a:r>
                      <a:r>
                        <a:rPr lang="en-US" sz="2100" dirty="0"/>
                        <a:t> </a:t>
                      </a:r>
                      <a:r>
                        <a:rPr lang="en-US" sz="2100" dirty="0" err="1"/>
                        <a:t>Ticari</a:t>
                      </a:r>
                      <a:r>
                        <a:rPr lang="en-US" sz="2100" dirty="0"/>
                        <a:t> </a:t>
                      </a:r>
                      <a:r>
                        <a:rPr lang="en-US" sz="2100" dirty="0" err="1"/>
                        <a:t>Sırlar</a:t>
                      </a:r>
                      <a:r>
                        <a:rPr lang="en-US" sz="2100" dirty="0"/>
                        <a:t> </a:t>
                      </a:r>
                      <a:r>
                        <a:rPr lang="en-US" sz="2100" dirty="0" err="1"/>
                        <a:t>Yasası</a:t>
                      </a:r>
                      <a:r>
                        <a:rPr lang="en-US" sz="2100" dirty="0"/>
                        <a:t>, </a:t>
                      </a:r>
                      <a:r>
                        <a:rPr lang="en-US" sz="2100" dirty="0" err="1"/>
                        <a:t>Ticari</a:t>
                      </a:r>
                      <a:r>
                        <a:rPr lang="en-US" sz="2100" dirty="0"/>
                        <a:t> </a:t>
                      </a:r>
                      <a:r>
                        <a:rPr lang="en-US" sz="2100" dirty="0" err="1"/>
                        <a:t>Sırları</a:t>
                      </a:r>
                      <a:r>
                        <a:rPr lang="en-US" sz="2100" dirty="0"/>
                        <a:t> </a:t>
                      </a:r>
                      <a:r>
                        <a:rPr lang="en-US" sz="2100" dirty="0" err="1"/>
                        <a:t>Savunma</a:t>
                      </a:r>
                      <a:r>
                        <a:rPr lang="en-US" sz="2100" dirty="0"/>
                        <a:t> </a:t>
                      </a:r>
                      <a:r>
                        <a:rPr lang="en-US" sz="2100" dirty="0" err="1"/>
                        <a:t>Yasası</a:t>
                      </a:r>
                      <a:r>
                        <a:rPr lang="en-US" sz="2100" dirty="0"/>
                        <a:t> </a:t>
                      </a:r>
                      <a:r>
                        <a:rPr lang="en-US" sz="2100" dirty="0" err="1"/>
                        <a:t>ve</a:t>
                      </a:r>
                      <a:r>
                        <a:rPr lang="en-US" sz="2100" dirty="0"/>
                        <a:t> </a:t>
                      </a:r>
                      <a:r>
                        <a:rPr lang="en-US" sz="2100" dirty="0" err="1"/>
                        <a:t>Ekonomik</a:t>
                      </a:r>
                      <a:r>
                        <a:rPr lang="en-US" sz="2100" dirty="0"/>
                        <a:t> </a:t>
                      </a:r>
                      <a:r>
                        <a:rPr lang="en-US" sz="2100" dirty="0" err="1"/>
                        <a:t>Casusluk</a:t>
                      </a:r>
                      <a:r>
                        <a:rPr lang="en-US" sz="2100" dirty="0"/>
                        <a:t> </a:t>
                      </a:r>
                      <a:r>
                        <a:rPr lang="en-US" sz="2100" dirty="0" err="1"/>
                        <a:t>Yasası</a:t>
                      </a:r>
                      <a:r>
                        <a:rPr lang="en-US" sz="2100" dirty="0"/>
                        <a:t> </a:t>
                      </a:r>
                      <a:r>
                        <a:rPr lang="en-US" sz="2100" dirty="0" err="1"/>
                        <a:t>dahil</a:t>
                      </a:r>
                      <a:r>
                        <a:rPr lang="en-US" sz="2100" dirty="0"/>
                        <a:t> </a:t>
                      </a:r>
                      <a:r>
                        <a:rPr lang="en-US" sz="2100" dirty="0" err="1"/>
                        <a:t>olmak</a:t>
                      </a:r>
                      <a:r>
                        <a:rPr lang="en-US" sz="2100" dirty="0"/>
                        <a:t> </a:t>
                      </a:r>
                      <a:r>
                        <a:rPr lang="en-US" sz="2100" dirty="0" err="1"/>
                        <a:t>üzere</a:t>
                      </a:r>
                      <a:r>
                        <a:rPr lang="en-US" sz="2100" dirty="0"/>
                        <a:t> </a:t>
                      </a:r>
                      <a:r>
                        <a:rPr lang="en-US" sz="2100" dirty="0" err="1"/>
                        <a:t>yürürlükteki</a:t>
                      </a:r>
                      <a:r>
                        <a:rPr lang="en-US" sz="2100" dirty="0"/>
                        <a:t> </a:t>
                      </a:r>
                      <a:r>
                        <a:rPr lang="en-US" sz="2100" dirty="0" err="1"/>
                        <a:t>tüm</a:t>
                      </a:r>
                      <a:r>
                        <a:rPr lang="en-US" sz="2100" dirty="0"/>
                        <a:t> </a:t>
                      </a:r>
                      <a:r>
                        <a:rPr lang="en-US" sz="2100" dirty="0" err="1"/>
                        <a:t>yasaları</a:t>
                      </a:r>
                      <a:r>
                        <a:rPr lang="en-US" sz="2100" dirty="0"/>
                        <a:t> (</a:t>
                      </a:r>
                      <a:r>
                        <a:rPr lang="en-US" sz="2100" dirty="0" err="1"/>
                        <a:t>yerel</a:t>
                      </a:r>
                      <a:r>
                        <a:rPr lang="en-US" sz="2100" dirty="0"/>
                        <a:t> </a:t>
                      </a:r>
                      <a:r>
                        <a:rPr lang="en-US" sz="2100" dirty="0" err="1"/>
                        <a:t>ve</a:t>
                      </a:r>
                      <a:r>
                        <a:rPr lang="en-US" sz="2100" dirty="0"/>
                        <a:t> </a:t>
                      </a:r>
                      <a:r>
                        <a:rPr lang="en-US" sz="2100" dirty="0" err="1"/>
                        <a:t>uluslararası</a:t>
                      </a:r>
                      <a:r>
                        <a:rPr lang="en-US" sz="2100" dirty="0"/>
                        <a:t>) </a:t>
                      </a:r>
                      <a:r>
                        <a:rPr lang="en-US" sz="2100" dirty="0" err="1"/>
                        <a:t>anlıyorlar</a:t>
                      </a:r>
                      <a:r>
                        <a:rPr lang="en-US" sz="2100" dirty="0"/>
                        <a:t> </a:t>
                      </a:r>
                      <a:r>
                        <a:rPr lang="en-US" sz="2100" dirty="0" err="1"/>
                        <a:t>mı</a:t>
                      </a:r>
                      <a:r>
                        <a:rPr lang="en-US" sz="2100" dirty="0"/>
                        <a:t> </a:t>
                      </a:r>
                      <a:r>
                        <a:rPr lang="en-US" sz="2100" dirty="0" err="1"/>
                        <a:t>ve</a:t>
                      </a:r>
                      <a:r>
                        <a:rPr lang="en-US" sz="2100" dirty="0"/>
                        <a:t> </a:t>
                      </a:r>
                      <a:r>
                        <a:rPr lang="en-US" sz="2100" dirty="0" err="1"/>
                        <a:t>bunlara</a:t>
                      </a:r>
                      <a:r>
                        <a:rPr lang="en-US" sz="2100" dirty="0"/>
                        <a:t> </a:t>
                      </a:r>
                      <a:r>
                        <a:rPr lang="en-US" sz="2100" dirty="0" err="1"/>
                        <a:t>uymanın</a:t>
                      </a:r>
                      <a:r>
                        <a:rPr lang="en-US" sz="2100" dirty="0"/>
                        <a:t> </a:t>
                      </a:r>
                      <a:r>
                        <a:rPr lang="en-US" sz="2100" dirty="0" err="1"/>
                        <a:t>kritik</a:t>
                      </a:r>
                      <a:r>
                        <a:rPr lang="en-US" sz="2100" dirty="0"/>
                        <a:t> </a:t>
                      </a:r>
                      <a:r>
                        <a:rPr lang="en-US" sz="2100" dirty="0" err="1"/>
                        <a:t>önemini</a:t>
                      </a:r>
                      <a:r>
                        <a:rPr lang="en-US" sz="2100" dirty="0"/>
                        <a:t> </a:t>
                      </a:r>
                      <a:r>
                        <a:rPr lang="en-US" sz="2100" dirty="0" err="1"/>
                        <a:t>anlıyorlar</a:t>
                      </a:r>
                      <a:r>
                        <a:rPr lang="en-US" sz="2100" dirty="0"/>
                        <a:t> </a:t>
                      </a:r>
                      <a:r>
                        <a:rPr lang="en-US" sz="2100" dirty="0" err="1"/>
                        <a:t>mı</a:t>
                      </a:r>
                      <a:r>
                        <a:rPr lang="en-US" sz="2100"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58938185"/>
                  </a:ext>
                </a:extLst>
              </a:tr>
            </a:tbl>
          </a:graphicData>
        </a:graphic>
      </p:graphicFrame>
      <p:sp>
        <p:nvSpPr>
          <p:cNvPr id="3" name="Title 2"/>
          <p:cNvSpPr>
            <a:spLocks noGrp="1"/>
          </p:cNvSpPr>
          <p:nvPr>
            <p:ph type="title"/>
          </p:nvPr>
        </p:nvSpPr>
        <p:spPr>
          <a:xfrm>
            <a:off x="762000" y="186519"/>
            <a:ext cx="8026400" cy="735714"/>
          </a:xfrm>
        </p:spPr>
        <p:txBody>
          <a:bodyPr/>
          <a:lstStyle/>
          <a:p>
            <a:r>
              <a:rPr lang="en-US" sz="2800" dirty="0" err="1"/>
              <a:t>Etik</a:t>
            </a:r>
            <a:r>
              <a:rPr lang="en-US" sz="2800" dirty="0"/>
              <a:t> </a:t>
            </a:r>
            <a:r>
              <a:rPr lang="en-US" sz="2800" dirty="0" err="1"/>
              <a:t>Rekabetçi</a:t>
            </a:r>
            <a:r>
              <a:rPr lang="en-US" sz="2800" dirty="0"/>
              <a:t> </a:t>
            </a:r>
            <a:r>
              <a:rPr lang="en-US" sz="2800" dirty="0" err="1"/>
              <a:t>İstihbarat</a:t>
            </a:r>
            <a:r>
              <a:rPr lang="en-US" sz="2800" dirty="0"/>
              <a:t> </a:t>
            </a:r>
            <a:r>
              <a:rPr lang="en-US" sz="2800" dirty="0" err="1"/>
              <a:t>Operasyonu</a:t>
            </a:r>
            <a:r>
              <a:rPr lang="en-US" sz="2800" dirty="0"/>
              <a:t> </a:t>
            </a:r>
            <a:r>
              <a:rPr lang="en-US" sz="2800" dirty="0" err="1"/>
              <a:t>Yürütmek</a:t>
            </a:r>
            <a:r>
              <a:rPr lang="en-US" sz="2800" dirty="0"/>
              <a:t> için Bir </a:t>
            </a:r>
            <a:r>
              <a:rPr lang="en-US" sz="2800" dirty="0" err="1"/>
              <a:t>Yöneticinin</a:t>
            </a:r>
            <a:r>
              <a:rPr lang="en-US" sz="2800" dirty="0"/>
              <a:t> </a:t>
            </a:r>
            <a:r>
              <a:rPr lang="en-US" sz="2800" dirty="0" err="1"/>
              <a:t>Kontrol</a:t>
            </a:r>
            <a:r>
              <a:rPr lang="en-US" sz="2800" dirty="0"/>
              <a:t> </a:t>
            </a:r>
            <a:r>
              <a:rPr lang="en-US" sz="2800" dirty="0" err="1"/>
              <a:t>Listesi</a:t>
            </a:r>
            <a:r>
              <a:rPr lang="en-US" sz="2800" dirty="0"/>
              <a:t>, </a:t>
            </a:r>
            <a:r>
              <a:rPr lang="en-US" sz="2800" dirty="0" err="1"/>
              <a:t>Bölüm</a:t>
            </a:r>
            <a:r>
              <a:rPr lang="en-US" sz="2800" dirty="0"/>
              <a: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65042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6-4 (part 2): This table presents a checklist of questions a manager should ask in order to run an ethical competitive intelligence operation. &#10;Do analysts disclose their true identity as well as the name of their organization prior to any interviews?&#10;Do analysts understand that everything their firm learns about the competition must be obtained legally?&#10;Do analysts respect all requests for anonymity and confidentiality of information?&#10;Has the company’s legal department approved the processes for gathering data?&#10;Do analysts provide honest recommendations and conclusions?&#10;Is the use of third parties to gather competitive intelligence carefully reviewed and managed?&#10;"/>
          <p:cNvGraphicFramePr>
            <a:graphicFrameLocks noGrp="1"/>
          </p:cNvGraphicFramePr>
          <p:nvPr>
            <p:ph idx="1"/>
            <p:extLst>
              <p:ext uri="{D42A27DB-BD31-4B8C-83A1-F6EECF244321}">
                <p14:modId xmlns:p14="http://schemas.microsoft.com/office/powerpoint/2010/main" val="2408963472"/>
              </p:ext>
            </p:extLst>
          </p:nvPr>
        </p:nvGraphicFramePr>
        <p:xfrm>
          <a:off x="365125" y="1371600"/>
          <a:ext cx="8415339" cy="4480497"/>
        </p:xfrm>
        <a:graphic>
          <a:graphicData uri="http://schemas.openxmlformats.org/drawingml/2006/table">
            <a:tbl>
              <a:tblPr firstRow="1" bandRow="1">
                <a:tableStyleId>{5C22544A-7EE6-4342-B048-85BDC9FD1C3A}</a:tableStyleId>
              </a:tblPr>
              <a:tblGrid>
                <a:gridCol w="7254875">
                  <a:extLst>
                    <a:ext uri="{9D8B030D-6E8A-4147-A177-3AD203B41FA5}">
                      <a16:colId xmlns:a16="http://schemas.microsoft.com/office/drawing/2014/main" val="3537333476"/>
                    </a:ext>
                  </a:extLst>
                </a:gridCol>
                <a:gridCol w="609600">
                  <a:extLst>
                    <a:ext uri="{9D8B030D-6E8A-4147-A177-3AD203B41FA5}">
                      <a16:colId xmlns:a16="http://schemas.microsoft.com/office/drawing/2014/main" val="4169488854"/>
                    </a:ext>
                  </a:extLst>
                </a:gridCol>
                <a:gridCol w="550864">
                  <a:extLst>
                    <a:ext uri="{9D8B030D-6E8A-4147-A177-3AD203B41FA5}">
                      <a16:colId xmlns:a16="http://schemas.microsoft.com/office/drawing/2014/main" val="2181048457"/>
                    </a:ext>
                  </a:extLst>
                </a:gridCol>
              </a:tblGrid>
              <a:tr h="370840">
                <a:tc>
                  <a:txBody>
                    <a:bodyPr/>
                    <a:lstStyle/>
                    <a:p>
                      <a:r>
                        <a:rPr lang="en-US" sz="2000" dirty="0"/>
                        <a:t>SORU</a:t>
                      </a:r>
                    </a:p>
                  </a:txBody>
                  <a:tcPr/>
                </a:tc>
                <a:tc>
                  <a:txBody>
                    <a:bodyPr/>
                    <a:lstStyle/>
                    <a:p>
                      <a:pPr algn="ctr"/>
                      <a:r>
                        <a:rPr lang="en-US" sz="2000" dirty="0"/>
                        <a:t>YES</a:t>
                      </a:r>
                    </a:p>
                  </a:txBody>
                  <a:tcPr/>
                </a:tc>
                <a:tc>
                  <a:txBody>
                    <a:bodyPr/>
                    <a:lstStyle/>
                    <a:p>
                      <a:pPr algn="ctr"/>
                      <a:r>
                        <a:rPr lang="en-US" sz="2000" dirty="0"/>
                        <a:t>NO</a:t>
                      </a:r>
                    </a:p>
                  </a:txBody>
                  <a:tcPr/>
                </a:tc>
                <a:extLst>
                  <a:ext uri="{0D108BD9-81ED-4DB2-BD59-A6C34878D82A}">
                    <a16:rowId xmlns:a16="http://schemas.microsoft.com/office/drawing/2014/main" val="2146939194"/>
                  </a:ext>
                </a:extLst>
              </a:tr>
              <a:tr h="370840">
                <a:tc>
                  <a:txBody>
                    <a:bodyPr/>
                    <a:lstStyle/>
                    <a:p>
                      <a:pPr marL="285750" indent="-285750">
                        <a:lnSpc>
                          <a:spcPct val="114000"/>
                        </a:lnSpc>
                        <a:buClr>
                          <a:schemeClr val="accent2"/>
                        </a:buClr>
                        <a:buFont typeface="Arial" panose="020B0604020202020204" pitchFamily="34" charset="0"/>
                        <a:buChar char="•"/>
                      </a:pPr>
                      <a:r>
                        <a:rPr lang="en-US" sz="2100" dirty="0" err="1"/>
                        <a:t>Analistler</a:t>
                      </a:r>
                      <a:r>
                        <a:rPr lang="en-US" sz="2100" dirty="0"/>
                        <a:t> </a:t>
                      </a:r>
                      <a:r>
                        <a:rPr lang="en-US" sz="2100" dirty="0" err="1"/>
                        <a:t>herhangi</a:t>
                      </a:r>
                      <a:r>
                        <a:rPr lang="en-US" sz="2100" dirty="0"/>
                        <a:t> </a:t>
                      </a:r>
                      <a:r>
                        <a:rPr lang="en-US" sz="2100" dirty="0" err="1"/>
                        <a:t>bir</a:t>
                      </a:r>
                      <a:r>
                        <a:rPr lang="en-US" sz="2100" dirty="0"/>
                        <a:t> </a:t>
                      </a:r>
                      <a:r>
                        <a:rPr lang="en-US" sz="2100" dirty="0" err="1"/>
                        <a:t>görüşmeden</a:t>
                      </a:r>
                      <a:r>
                        <a:rPr lang="en-US" sz="2100" dirty="0"/>
                        <a:t> </a:t>
                      </a:r>
                      <a:r>
                        <a:rPr lang="en-US" sz="2100" dirty="0" err="1"/>
                        <a:t>önce</a:t>
                      </a:r>
                      <a:r>
                        <a:rPr lang="en-US" sz="2100" dirty="0"/>
                        <a:t> </a:t>
                      </a:r>
                      <a:r>
                        <a:rPr lang="en-US" sz="2100" dirty="0" err="1"/>
                        <a:t>gerçek</a:t>
                      </a:r>
                      <a:r>
                        <a:rPr lang="en-US" sz="2100" dirty="0"/>
                        <a:t> </a:t>
                      </a:r>
                      <a:r>
                        <a:rPr lang="en-US" sz="2100" dirty="0" err="1"/>
                        <a:t>kimliklerini</a:t>
                      </a:r>
                      <a:r>
                        <a:rPr lang="en-US" sz="2100" dirty="0"/>
                        <a:t> </a:t>
                      </a:r>
                      <a:r>
                        <a:rPr lang="en-US" sz="2100" dirty="0" err="1"/>
                        <a:t>ve</a:t>
                      </a:r>
                      <a:r>
                        <a:rPr lang="en-US" sz="2100" dirty="0"/>
                        <a:t> </a:t>
                      </a:r>
                      <a:r>
                        <a:rPr lang="en-US" sz="2100" dirty="0" err="1"/>
                        <a:t>kuruluşlarının</a:t>
                      </a:r>
                      <a:r>
                        <a:rPr lang="en-US" sz="2100" dirty="0"/>
                        <a:t> </a:t>
                      </a:r>
                      <a:r>
                        <a:rPr lang="en-US" sz="2100" dirty="0" err="1"/>
                        <a:t>adını</a:t>
                      </a:r>
                      <a:r>
                        <a:rPr lang="en-US" sz="2100" dirty="0"/>
                        <a:t> </a:t>
                      </a:r>
                      <a:r>
                        <a:rPr lang="en-US" sz="2100" dirty="0" err="1"/>
                        <a:t>açıklıyorlar</a:t>
                      </a:r>
                      <a:r>
                        <a:rPr lang="en-US" sz="2100" dirty="0"/>
                        <a:t> </a:t>
                      </a:r>
                      <a:r>
                        <a:rPr lang="en-US" sz="2100" dirty="0" err="1"/>
                        <a:t>mı</a:t>
                      </a:r>
                      <a:r>
                        <a:rPr lang="en-US" sz="2100" dirty="0"/>
                        <a:t>?
</a:t>
                      </a:r>
                      <a:r>
                        <a:rPr lang="en-US" sz="2100" dirty="0" err="1"/>
                        <a:t>Analistler</a:t>
                      </a:r>
                      <a:r>
                        <a:rPr lang="en-US" sz="2100" dirty="0"/>
                        <a:t>, </a:t>
                      </a:r>
                      <a:r>
                        <a:rPr lang="en-US" sz="2100" dirty="0" err="1"/>
                        <a:t>firmalarının</a:t>
                      </a:r>
                      <a:r>
                        <a:rPr lang="en-US" sz="2100" dirty="0"/>
                        <a:t> </a:t>
                      </a:r>
                      <a:r>
                        <a:rPr lang="en-US" sz="2100" dirty="0" err="1"/>
                        <a:t>rekabet</a:t>
                      </a:r>
                      <a:r>
                        <a:rPr lang="en-US" sz="2100" dirty="0"/>
                        <a:t> </a:t>
                      </a:r>
                      <a:r>
                        <a:rPr lang="en-US" sz="2100" dirty="0" err="1"/>
                        <a:t>hakkında</a:t>
                      </a:r>
                      <a:r>
                        <a:rPr lang="en-US" sz="2100" dirty="0"/>
                        <a:t> </a:t>
                      </a:r>
                      <a:r>
                        <a:rPr lang="en-US" sz="2100" dirty="0" err="1"/>
                        <a:t>öğrendiği</a:t>
                      </a:r>
                      <a:r>
                        <a:rPr lang="en-US" sz="2100" dirty="0"/>
                        <a:t> her </a:t>
                      </a:r>
                      <a:r>
                        <a:rPr lang="en-US" sz="2100" dirty="0" err="1"/>
                        <a:t>şeyin</a:t>
                      </a:r>
                      <a:r>
                        <a:rPr lang="en-US" sz="2100" dirty="0"/>
                        <a:t> </a:t>
                      </a:r>
                      <a:r>
                        <a:rPr lang="en-US" sz="2100" dirty="0" err="1"/>
                        <a:t>yasal</a:t>
                      </a:r>
                      <a:r>
                        <a:rPr lang="en-US" sz="2100" dirty="0"/>
                        <a:t> </a:t>
                      </a:r>
                      <a:r>
                        <a:rPr lang="en-US" sz="2100" dirty="0" err="1"/>
                        <a:t>olarak</a:t>
                      </a:r>
                      <a:r>
                        <a:rPr lang="en-US" sz="2100" dirty="0"/>
                        <a:t> </a:t>
                      </a:r>
                      <a:r>
                        <a:rPr lang="en-US" sz="2100" dirty="0" err="1"/>
                        <a:t>elde</a:t>
                      </a:r>
                      <a:r>
                        <a:rPr lang="en-US" sz="2100" dirty="0"/>
                        <a:t> </a:t>
                      </a:r>
                      <a:r>
                        <a:rPr lang="en-US" sz="2100" dirty="0" err="1"/>
                        <a:t>edilmesi</a:t>
                      </a:r>
                      <a:r>
                        <a:rPr lang="en-US" sz="2100" dirty="0"/>
                        <a:t> </a:t>
                      </a:r>
                      <a:r>
                        <a:rPr lang="en-US" sz="2100" dirty="0" err="1"/>
                        <a:t>gerektiğini</a:t>
                      </a:r>
                      <a:r>
                        <a:rPr lang="en-US" sz="2100" dirty="0"/>
                        <a:t> </a:t>
                      </a:r>
                      <a:r>
                        <a:rPr lang="en-US" sz="2100" dirty="0" err="1"/>
                        <a:t>anlıyor</a:t>
                      </a:r>
                      <a:r>
                        <a:rPr lang="en-US" sz="2100" dirty="0"/>
                        <a:t> mu?
</a:t>
                      </a:r>
                      <a:r>
                        <a:rPr lang="en-US" sz="2100" dirty="0" err="1"/>
                        <a:t>Analistler</a:t>
                      </a:r>
                      <a:r>
                        <a:rPr lang="en-US" sz="2100" dirty="0"/>
                        <a:t> </a:t>
                      </a:r>
                      <a:r>
                        <a:rPr lang="en-US" sz="2100" dirty="0" err="1"/>
                        <a:t>anonimlik</a:t>
                      </a:r>
                      <a:r>
                        <a:rPr lang="en-US" sz="2100" dirty="0"/>
                        <a:t> </a:t>
                      </a:r>
                      <a:r>
                        <a:rPr lang="en-US" sz="2100" dirty="0" err="1"/>
                        <a:t>ve</a:t>
                      </a:r>
                      <a:r>
                        <a:rPr lang="en-US" sz="2100" dirty="0"/>
                        <a:t> </a:t>
                      </a:r>
                      <a:r>
                        <a:rPr lang="en-US" sz="2100" dirty="0" err="1"/>
                        <a:t>bilgi</a:t>
                      </a:r>
                      <a:r>
                        <a:rPr lang="en-US" sz="2100" dirty="0"/>
                        <a:t> </a:t>
                      </a:r>
                      <a:r>
                        <a:rPr lang="en-US" sz="2100" dirty="0" err="1"/>
                        <a:t>gizliliği</a:t>
                      </a:r>
                      <a:r>
                        <a:rPr lang="en-US" sz="2100" dirty="0"/>
                        <a:t> </a:t>
                      </a:r>
                      <a:r>
                        <a:rPr lang="en-US" sz="2100" dirty="0" err="1"/>
                        <a:t>ile</a:t>
                      </a:r>
                      <a:r>
                        <a:rPr lang="en-US" sz="2100" dirty="0"/>
                        <a:t> </a:t>
                      </a:r>
                      <a:r>
                        <a:rPr lang="en-US" sz="2100" dirty="0" err="1"/>
                        <a:t>ilgili</a:t>
                      </a:r>
                      <a:r>
                        <a:rPr lang="en-US" sz="2100" dirty="0"/>
                        <a:t> </a:t>
                      </a:r>
                      <a:r>
                        <a:rPr lang="en-US" sz="2100" dirty="0" err="1"/>
                        <a:t>tüm</a:t>
                      </a:r>
                      <a:r>
                        <a:rPr lang="en-US" sz="2100" dirty="0"/>
                        <a:t> </a:t>
                      </a:r>
                      <a:r>
                        <a:rPr lang="en-US" sz="2100" dirty="0" err="1"/>
                        <a:t>taleplere</a:t>
                      </a:r>
                      <a:r>
                        <a:rPr lang="en-US" sz="2100" dirty="0"/>
                        <a:t> </a:t>
                      </a:r>
                      <a:r>
                        <a:rPr lang="en-US" sz="2100" dirty="0" err="1"/>
                        <a:t>saygı</a:t>
                      </a:r>
                      <a:r>
                        <a:rPr lang="en-US" sz="2100" dirty="0"/>
                        <a:t> </a:t>
                      </a:r>
                      <a:r>
                        <a:rPr lang="en-US" sz="2100" dirty="0" err="1"/>
                        <a:t>duyuyor</a:t>
                      </a:r>
                      <a:r>
                        <a:rPr lang="en-US" sz="2100" dirty="0"/>
                        <a:t> mu?
</a:t>
                      </a:r>
                      <a:r>
                        <a:rPr lang="en-US" sz="2100" dirty="0" err="1"/>
                        <a:t>Şirketin</a:t>
                      </a:r>
                      <a:r>
                        <a:rPr lang="en-US" sz="2100" dirty="0"/>
                        <a:t> </a:t>
                      </a:r>
                      <a:r>
                        <a:rPr lang="en-US" sz="2100" dirty="0" err="1"/>
                        <a:t>hukuk</a:t>
                      </a:r>
                      <a:r>
                        <a:rPr lang="en-US" sz="2100" dirty="0"/>
                        <a:t> </a:t>
                      </a:r>
                      <a:r>
                        <a:rPr lang="en-US" sz="2100" dirty="0" err="1"/>
                        <a:t>departmanı</a:t>
                      </a:r>
                      <a:r>
                        <a:rPr lang="en-US" sz="2100" dirty="0"/>
                        <a:t> </a:t>
                      </a:r>
                      <a:r>
                        <a:rPr lang="en-US" sz="2100" dirty="0" err="1"/>
                        <a:t>veri</a:t>
                      </a:r>
                      <a:r>
                        <a:rPr lang="en-US" sz="2100" dirty="0"/>
                        <a:t> </a:t>
                      </a:r>
                      <a:r>
                        <a:rPr lang="en-US" sz="2100" dirty="0" err="1"/>
                        <a:t>toplama</a:t>
                      </a:r>
                      <a:r>
                        <a:rPr lang="en-US" sz="2100" dirty="0"/>
                        <a:t> </a:t>
                      </a:r>
                      <a:r>
                        <a:rPr lang="en-US" sz="2100" dirty="0" err="1"/>
                        <a:t>süreçlerini</a:t>
                      </a:r>
                      <a:r>
                        <a:rPr lang="en-US" sz="2100" dirty="0"/>
                        <a:t> </a:t>
                      </a:r>
                      <a:r>
                        <a:rPr lang="en-US" sz="2100" dirty="0" err="1"/>
                        <a:t>onayladı</a:t>
                      </a:r>
                      <a:r>
                        <a:rPr lang="en-US" sz="2100" dirty="0"/>
                        <a:t> </a:t>
                      </a:r>
                      <a:r>
                        <a:rPr lang="en-US" sz="2100" dirty="0" err="1"/>
                        <a:t>mı</a:t>
                      </a:r>
                      <a:r>
                        <a:rPr lang="en-US" sz="2100" dirty="0"/>
                        <a:t>?
</a:t>
                      </a:r>
                      <a:r>
                        <a:rPr lang="en-US" sz="2100" dirty="0" err="1"/>
                        <a:t>Analistler</a:t>
                      </a:r>
                      <a:r>
                        <a:rPr lang="en-US" sz="2100" dirty="0"/>
                        <a:t> </a:t>
                      </a:r>
                      <a:r>
                        <a:rPr lang="en-US" sz="2100" dirty="0" err="1"/>
                        <a:t>dürüst</a:t>
                      </a:r>
                      <a:r>
                        <a:rPr lang="en-US" sz="2100" dirty="0"/>
                        <a:t> </a:t>
                      </a:r>
                      <a:r>
                        <a:rPr lang="en-US" sz="2100" dirty="0" err="1"/>
                        <a:t>öneriler</a:t>
                      </a:r>
                      <a:r>
                        <a:rPr lang="en-US" sz="2100" dirty="0"/>
                        <a:t> </a:t>
                      </a:r>
                      <a:r>
                        <a:rPr lang="en-US" sz="2100" dirty="0" err="1"/>
                        <a:t>ve</a:t>
                      </a:r>
                      <a:r>
                        <a:rPr lang="en-US" sz="2100" dirty="0"/>
                        <a:t> </a:t>
                      </a:r>
                      <a:r>
                        <a:rPr lang="en-US" sz="2100" dirty="0" err="1"/>
                        <a:t>sonuçlar</a:t>
                      </a:r>
                      <a:r>
                        <a:rPr lang="en-US" sz="2100" dirty="0"/>
                        <a:t> </a:t>
                      </a:r>
                      <a:r>
                        <a:rPr lang="en-US" sz="2100" dirty="0" err="1"/>
                        <a:t>sunuyor</a:t>
                      </a:r>
                      <a:r>
                        <a:rPr lang="en-US" sz="2100" dirty="0"/>
                        <a:t> mu?
</a:t>
                      </a:r>
                      <a:r>
                        <a:rPr lang="en-US" sz="2100" dirty="0" err="1"/>
                        <a:t>Rekabet</a:t>
                      </a:r>
                      <a:r>
                        <a:rPr lang="en-US" sz="2100" dirty="0"/>
                        <a:t> </a:t>
                      </a:r>
                      <a:r>
                        <a:rPr lang="en-US" sz="2100" dirty="0" err="1"/>
                        <a:t>istihbaratı</a:t>
                      </a:r>
                      <a:r>
                        <a:rPr lang="en-US" sz="2100" dirty="0"/>
                        <a:t> </a:t>
                      </a:r>
                      <a:r>
                        <a:rPr lang="en-US" sz="2100" dirty="0" err="1"/>
                        <a:t>toplamak</a:t>
                      </a:r>
                      <a:r>
                        <a:rPr lang="en-US" sz="2100" dirty="0"/>
                        <a:t> için </a:t>
                      </a:r>
                      <a:r>
                        <a:rPr lang="en-US" sz="2100" dirty="0" err="1"/>
                        <a:t>üçüncü</a:t>
                      </a:r>
                      <a:r>
                        <a:rPr lang="en-US" sz="2100" dirty="0"/>
                        <a:t> </a:t>
                      </a:r>
                      <a:r>
                        <a:rPr lang="en-US" sz="2100" dirty="0" err="1"/>
                        <a:t>tarafların</a:t>
                      </a:r>
                      <a:r>
                        <a:rPr lang="en-US" sz="2100" dirty="0"/>
                        <a:t> </a:t>
                      </a:r>
                      <a:r>
                        <a:rPr lang="en-US" sz="2100" dirty="0" err="1"/>
                        <a:t>kullanımı</a:t>
                      </a:r>
                      <a:r>
                        <a:rPr lang="en-US" sz="2100" dirty="0"/>
                        <a:t> </a:t>
                      </a:r>
                      <a:r>
                        <a:rPr lang="en-US" sz="2100" dirty="0" err="1"/>
                        <a:t>dikkatle</a:t>
                      </a:r>
                      <a:r>
                        <a:rPr lang="en-US" sz="2100" dirty="0"/>
                        <a:t> </a:t>
                      </a:r>
                      <a:r>
                        <a:rPr lang="en-US" sz="2100" dirty="0" err="1"/>
                        <a:t>gözden</a:t>
                      </a:r>
                      <a:r>
                        <a:rPr lang="en-US" sz="2100" dirty="0"/>
                        <a:t> </a:t>
                      </a:r>
                      <a:r>
                        <a:rPr lang="en-US" sz="2100" dirty="0" err="1"/>
                        <a:t>geçiriliyor</a:t>
                      </a:r>
                      <a:r>
                        <a:rPr lang="en-US" sz="2100" dirty="0"/>
                        <a:t> </a:t>
                      </a:r>
                      <a:r>
                        <a:rPr lang="en-US" sz="2100" dirty="0" err="1"/>
                        <a:t>ve</a:t>
                      </a:r>
                      <a:r>
                        <a:rPr lang="en-US" sz="2100" dirty="0"/>
                        <a:t> </a:t>
                      </a:r>
                      <a:r>
                        <a:rPr lang="en-US" sz="2100" dirty="0" err="1"/>
                        <a:t>yönetiliyor</a:t>
                      </a:r>
                      <a:r>
                        <a:rPr lang="en-US" sz="2100" dirty="0"/>
                        <a:t> mu?</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58938185"/>
                  </a:ext>
                </a:extLst>
              </a:tr>
            </a:tbl>
          </a:graphicData>
        </a:graphic>
      </p:graphicFrame>
      <p:sp>
        <p:nvSpPr>
          <p:cNvPr id="3" name="Title 2"/>
          <p:cNvSpPr>
            <a:spLocks noGrp="1"/>
          </p:cNvSpPr>
          <p:nvPr>
            <p:ph type="title"/>
          </p:nvPr>
        </p:nvSpPr>
        <p:spPr>
          <a:xfrm>
            <a:off x="762000" y="186519"/>
            <a:ext cx="8026400" cy="735714"/>
          </a:xfrm>
        </p:spPr>
        <p:txBody>
          <a:bodyPr/>
          <a:lstStyle/>
          <a:p>
            <a:r>
              <a:rPr lang="en-US" sz="2800" dirty="0" err="1"/>
              <a:t>Etik</a:t>
            </a:r>
            <a:r>
              <a:rPr lang="en-US" sz="2800" dirty="0"/>
              <a:t> </a:t>
            </a:r>
            <a:r>
              <a:rPr lang="en-US" sz="2800" dirty="0" err="1"/>
              <a:t>Rekabetçi</a:t>
            </a:r>
            <a:r>
              <a:rPr lang="en-US" sz="2800" dirty="0"/>
              <a:t> </a:t>
            </a:r>
            <a:r>
              <a:rPr lang="en-US" sz="2800" dirty="0" err="1"/>
              <a:t>İstihbarat</a:t>
            </a:r>
            <a:r>
              <a:rPr lang="en-US" sz="2800" dirty="0"/>
              <a:t> </a:t>
            </a:r>
            <a:r>
              <a:rPr lang="en-US" sz="2800" dirty="0" err="1"/>
              <a:t>Operasyonu</a:t>
            </a:r>
            <a:r>
              <a:rPr lang="en-US" sz="2800" dirty="0"/>
              <a:t> </a:t>
            </a:r>
            <a:r>
              <a:rPr lang="en-US" sz="2800" dirty="0" err="1"/>
              <a:t>Yürütmek</a:t>
            </a:r>
            <a:r>
              <a:rPr lang="en-US" sz="2800" dirty="0"/>
              <a:t> için Bir </a:t>
            </a:r>
            <a:r>
              <a:rPr lang="en-US" sz="2800" dirty="0" err="1"/>
              <a:t>Yöneticinin</a:t>
            </a:r>
            <a:r>
              <a:rPr lang="en-US" sz="2800" dirty="0"/>
              <a:t> </a:t>
            </a:r>
            <a:r>
              <a:rPr lang="en-US" sz="2800" dirty="0" err="1"/>
              <a:t>Kontrol</a:t>
            </a:r>
            <a:r>
              <a:rPr lang="en-US" sz="2800" dirty="0"/>
              <a:t> </a:t>
            </a:r>
            <a:r>
              <a:rPr lang="en-US" sz="2800" dirty="0" err="1"/>
              <a:t>Listesi</a:t>
            </a:r>
            <a:r>
              <a:rPr lang="en-US" sz="2800" dirty="0"/>
              <a:t>, </a:t>
            </a:r>
            <a:r>
              <a:rPr lang="en-US" sz="2800" dirty="0" err="1"/>
              <a:t>Bölüm</a:t>
            </a:r>
            <a:r>
              <a:rPr lang="en-US" sz="2800" dirty="0"/>
              <a: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91207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5001369"/>
          </a:xfrm>
        </p:spPr>
        <p:txBody>
          <a:bodyPr/>
          <a:lstStyle/>
          <a:p>
            <a:r>
              <a:rPr lang="en-US" sz="3000" dirty="0" err="1"/>
              <a:t>Ticari</a:t>
            </a:r>
            <a:r>
              <a:rPr lang="en-US" sz="3000" dirty="0"/>
              <a:t> </a:t>
            </a:r>
            <a:r>
              <a:rPr lang="en-US" sz="3000" dirty="0" err="1"/>
              <a:t>marka</a:t>
            </a:r>
            <a:r>
              <a:rPr lang="en-US" sz="3000" dirty="0"/>
              <a:t>: Bir </a:t>
            </a:r>
            <a:r>
              <a:rPr lang="en-US" sz="3000" dirty="0" err="1"/>
              <a:t>tüketicinin</a:t>
            </a:r>
            <a:r>
              <a:rPr lang="en-US" sz="3000" dirty="0"/>
              <a:t> </a:t>
            </a:r>
            <a:r>
              <a:rPr lang="en-US" sz="3000" dirty="0" err="1"/>
              <a:t>bir</a:t>
            </a:r>
            <a:r>
              <a:rPr lang="en-US" sz="3000" dirty="0"/>
              <a:t> </a:t>
            </a:r>
            <a:r>
              <a:rPr lang="en-US" sz="3000" dirty="0" err="1"/>
              <a:t>şirketin</a:t>
            </a:r>
            <a:r>
              <a:rPr lang="en-US" sz="3000" dirty="0"/>
              <a:t> </a:t>
            </a:r>
            <a:r>
              <a:rPr lang="en-US" sz="3000" dirty="0" err="1"/>
              <a:t>ürünlerini</a:t>
            </a:r>
            <a:r>
              <a:rPr lang="en-US" sz="3000" dirty="0"/>
              <a:t> </a:t>
            </a:r>
            <a:r>
              <a:rPr lang="en-US" sz="3000" dirty="0" err="1"/>
              <a:t>diğerininkinden</a:t>
            </a:r>
            <a:r>
              <a:rPr lang="en-US" sz="3000" dirty="0"/>
              <a:t> </a:t>
            </a:r>
            <a:r>
              <a:rPr lang="en-US" sz="3000" dirty="0" err="1"/>
              <a:t>ayırt</a:t>
            </a:r>
            <a:r>
              <a:rPr lang="en-US" sz="3000" dirty="0"/>
              <a:t> </a:t>
            </a:r>
            <a:r>
              <a:rPr lang="en-US" sz="3000" dirty="0" err="1"/>
              <a:t>etmesini</a:t>
            </a:r>
            <a:r>
              <a:rPr lang="en-US" sz="3000" dirty="0"/>
              <a:t> </a:t>
            </a:r>
            <a:r>
              <a:rPr lang="en-US" sz="3000" dirty="0" err="1"/>
              <a:t>sağlayan</a:t>
            </a:r>
            <a:r>
              <a:rPr lang="en-US" sz="3000" dirty="0"/>
              <a:t> </a:t>
            </a:r>
            <a:r>
              <a:rPr lang="en-US" sz="3000" dirty="0" err="1"/>
              <a:t>bir</a:t>
            </a:r>
            <a:r>
              <a:rPr lang="en-US" sz="3000" dirty="0"/>
              <a:t> logo, </a:t>
            </a:r>
            <a:r>
              <a:rPr lang="en-US" sz="3000" dirty="0" err="1"/>
              <a:t>ambalaj</a:t>
            </a:r>
            <a:r>
              <a:rPr lang="en-US" sz="3000" dirty="0"/>
              <a:t> </a:t>
            </a:r>
            <a:r>
              <a:rPr lang="en-US" sz="3000" dirty="0" err="1"/>
              <a:t>tasarımı</a:t>
            </a:r>
            <a:r>
              <a:rPr lang="en-US" sz="3000" dirty="0"/>
              <a:t>, </a:t>
            </a:r>
            <a:r>
              <a:rPr lang="en-US" sz="3000" dirty="0" err="1"/>
              <a:t>ifade</a:t>
            </a:r>
            <a:r>
              <a:rPr lang="en-US" sz="3000" dirty="0"/>
              <a:t>, </a:t>
            </a:r>
            <a:r>
              <a:rPr lang="en-US" sz="3000" dirty="0" err="1"/>
              <a:t>ses</a:t>
            </a:r>
            <a:r>
              <a:rPr lang="en-US" sz="3000" dirty="0"/>
              <a:t> </a:t>
            </a:r>
            <a:r>
              <a:rPr lang="en-US" sz="3000" dirty="0" err="1"/>
              <a:t>veya</a:t>
            </a:r>
            <a:r>
              <a:rPr lang="en-US" sz="3000" dirty="0"/>
              <a:t> </a:t>
            </a:r>
            <a:r>
              <a:rPr lang="en-US" sz="3000" dirty="0" err="1"/>
              <a:t>kelime</a:t>
            </a:r>
            <a:r>
              <a:rPr lang="en-US" sz="3000" dirty="0"/>
              <a:t>
Bir </a:t>
            </a:r>
            <a:r>
              <a:rPr lang="en-US" sz="3000" dirty="0" err="1"/>
              <a:t>işaret</a:t>
            </a:r>
            <a:r>
              <a:rPr lang="en-US" sz="3000" dirty="0"/>
              <a:t> </a:t>
            </a:r>
            <a:r>
              <a:rPr lang="en-US" sz="3000" dirty="0" err="1"/>
              <a:t>kullanımda</a:t>
            </a:r>
            <a:r>
              <a:rPr lang="en-US" sz="3000" dirty="0"/>
              <a:t> </a:t>
            </a:r>
            <a:r>
              <a:rPr lang="en-US" sz="3000" dirty="0" err="1"/>
              <a:t>olduğu</a:t>
            </a:r>
            <a:r>
              <a:rPr lang="en-US" sz="3000" dirty="0"/>
              <a:t> </a:t>
            </a:r>
            <a:r>
              <a:rPr lang="en-US" sz="3000" dirty="0" err="1"/>
              <a:t>sürece</a:t>
            </a:r>
            <a:r>
              <a:rPr lang="en-US" sz="3000" dirty="0"/>
              <a:t> </a:t>
            </a:r>
            <a:r>
              <a:rPr lang="en-US" sz="3000" dirty="0" err="1"/>
              <a:t>sonsuza</a:t>
            </a:r>
            <a:r>
              <a:rPr lang="en-US" sz="3000" dirty="0"/>
              <a:t> </a:t>
            </a:r>
            <a:r>
              <a:rPr lang="en-US" sz="3000" dirty="0" err="1"/>
              <a:t>kadar</a:t>
            </a:r>
            <a:r>
              <a:rPr lang="en-US" sz="3000" dirty="0"/>
              <a:t> </a:t>
            </a:r>
            <a:r>
              <a:rPr lang="en-US" sz="3000" dirty="0" err="1"/>
              <a:t>yenilenebilir</a:t>
            </a:r>
            <a:r>
              <a:rPr lang="en-US" sz="3000" dirty="0"/>
              <a:t>
1946 Lanham </a:t>
            </a:r>
            <a:r>
              <a:rPr lang="en-US" sz="3000" dirty="0" err="1"/>
              <a:t>Yasası</a:t>
            </a:r>
            <a:r>
              <a:rPr lang="en-US" sz="3000" dirty="0"/>
              <a:t>
Bir </a:t>
            </a:r>
            <a:r>
              <a:rPr lang="en-US" sz="3000" dirty="0" err="1"/>
              <a:t>ticari</a:t>
            </a:r>
            <a:r>
              <a:rPr lang="en-US" sz="3000" dirty="0"/>
              <a:t> </a:t>
            </a:r>
            <a:r>
              <a:rPr lang="en-US" sz="3000" dirty="0" err="1"/>
              <a:t>markanın</a:t>
            </a:r>
            <a:r>
              <a:rPr lang="en-US" sz="3000" dirty="0"/>
              <a:t> </a:t>
            </a:r>
            <a:r>
              <a:rPr lang="en-US" sz="3000" dirty="0" err="1"/>
              <a:t>kullanımını</a:t>
            </a:r>
            <a:r>
              <a:rPr lang="en-US" sz="3000" dirty="0"/>
              <a:t> </a:t>
            </a:r>
            <a:r>
              <a:rPr lang="en-US" sz="3000" dirty="0" err="1"/>
              <a:t>ve</a:t>
            </a:r>
            <a:r>
              <a:rPr lang="en-US" sz="3000" dirty="0"/>
              <a:t> </a:t>
            </a:r>
            <a:r>
              <a:rPr lang="en-US" sz="3000" dirty="0" err="1"/>
              <a:t>USPTO'dan</a:t>
            </a:r>
            <a:r>
              <a:rPr lang="en-US" sz="3000" dirty="0"/>
              <a:t> </a:t>
            </a:r>
            <a:r>
              <a:rPr lang="en-US" sz="3000" dirty="0" err="1"/>
              <a:t>ticari</a:t>
            </a:r>
            <a:r>
              <a:rPr lang="en-US" sz="3000" dirty="0"/>
              <a:t> </a:t>
            </a:r>
            <a:r>
              <a:rPr lang="en-US" sz="3000" dirty="0" err="1"/>
              <a:t>marka</a:t>
            </a:r>
            <a:r>
              <a:rPr lang="en-US" sz="3000" dirty="0"/>
              <a:t> alma </a:t>
            </a:r>
            <a:r>
              <a:rPr lang="en-US" sz="3000" dirty="0" err="1"/>
              <a:t>sürecini</a:t>
            </a:r>
            <a:r>
              <a:rPr lang="en-US" sz="3000" dirty="0"/>
              <a:t> </a:t>
            </a:r>
            <a:r>
              <a:rPr lang="en-US" sz="3000" dirty="0" err="1"/>
              <a:t>tanımlar</a:t>
            </a:r>
            <a:r>
              <a:rPr lang="en-US" sz="3000" dirty="0"/>
              <a:t>
</a:t>
            </a:r>
            <a:r>
              <a:rPr lang="en-US" sz="3000" dirty="0" err="1"/>
              <a:t>Ticari</a:t>
            </a:r>
            <a:r>
              <a:rPr lang="en-US" sz="3000" dirty="0"/>
              <a:t> </a:t>
            </a:r>
            <a:r>
              <a:rPr lang="en-US" sz="3000" dirty="0" err="1"/>
              <a:t>marka</a:t>
            </a:r>
            <a:r>
              <a:rPr lang="en-US" sz="3000" dirty="0"/>
              <a:t> </a:t>
            </a:r>
            <a:r>
              <a:rPr lang="en-US" sz="3000" dirty="0" err="1"/>
              <a:t>ihlali</a:t>
            </a:r>
            <a:r>
              <a:rPr lang="en-US" sz="3000" dirty="0"/>
              <a:t> </a:t>
            </a:r>
            <a:r>
              <a:rPr lang="en-US" sz="3000" dirty="0" err="1"/>
              <a:t>ile</a:t>
            </a:r>
            <a:r>
              <a:rPr lang="en-US" sz="3000" dirty="0"/>
              <a:t> </a:t>
            </a:r>
            <a:r>
              <a:rPr lang="en-US" sz="3000" dirty="0" err="1"/>
              <a:t>ilgili</a:t>
            </a:r>
            <a:r>
              <a:rPr lang="en-US" sz="3000" dirty="0"/>
              <a:t> </a:t>
            </a:r>
            <a:r>
              <a:rPr lang="en-US" sz="3000" dirty="0" err="1"/>
              <a:t>cezaları</a:t>
            </a:r>
            <a:r>
              <a:rPr lang="en-US" sz="3000" dirty="0"/>
              <a:t> ana </a:t>
            </a:r>
            <a:r>
              <a:rPr lang="en-US" sz="3000" dirty="0" err="1"/>
              <a:t>hatlarıyla</a:t>
            </a:r>
            <a:r>
              <a:rPr lang="en-US" sz="3000" dirty="0"/>
              <a:t> </a:t>
            </a:r>
            <a:r>
              <a:rPr lang="en-US" sz="3000" dirty="0" err="1"/>
              <a:t>belirtir</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err="1"/>
              <a:t>Ticari</a:t>
            </a:r>
            <a:r>
              <a:rPr lang="en-US" sz="4000" dirty="0"/>
              <a:t> </a:t>
            </a:r>
            <a:r>
              <a:rPr lang="en-US" sz="4000" dirty="0" err="1"/>
              <a:t>Marka</a:t>
            </a:r>
            <a:r>
              <a:rPr lang="en-US" sz="4000" dirty="0"/>
              <a:t> </a:t>
            </a:r>
            <a:r>
              <a:rPr lang="en-US" sz="4000" dirty="0" err="1"/>
              <a:t>İhlali</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7696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4145750"/>
          </a:xfrm>
        </p:spPr>
        <p:txBody>
          <a:bodyPr/>
          <a:lstStyle/>
          <a:p>
            <a:r>
              <a:rPr lang="en-US" sz="2800" dirty="0" err="1"/>
              <a:t>Yalın</a:t>
            </a:r>
            <a:r>
              <a:rPr lang="en-US" sz="2800" dirty="0"/>
              <a:t> </a:t>
            </a:r>
            <a:r>
              <a:rPr lang="en-US" sz="2800" dirty="0" err="1"/>
              <a:t>adil</a:t>
            </a:r>
            <a:r>
              <a:rPr lang="en-US" sz="2800" dirty="0"/>
              <a:t> </a:t>
            </a:r>
            <a:r>
              <a:rPr lang="en-US" sz="2800" dirty="0" err="1"/>
              <a:t>kullanım</a:t>
            </a:r>
            <a:r>
              <a:rPr lang="en-US" sz="2800" dirty="0"/>
              <a:t>: Bir </a:t>
            </a:r>
            <a:r>
              <a:rPr lang="en-US" sz="2800" dirty="0" err="1"/>
              <a:t>ticari</a:t>
            </a:r>
            <a:r>
              <a:rPr lang="en-US" sz="2800" dirty="0"/>
              <a:t> </a:t>
            </a:r>
            <a:r>
              <a:rPr lang="en-US" sz="2800" dirty="0" err="1"/>
              <a:t>marka</a:t>
            </a:r>
            <a:r>
              <a:rPr lang="en-US" sz="2800" dirty="0"/>
              <a:t> </a:t>
            </a:r>
            <a:r>
              <a:rPr lang="en-US" sz="2800" dirty="0" err="1"/>
              <a:t>ihlali</a:t>
            </a:r>
            <a:r>
              <a:rPr lang="en-US" sz="2800" dirty="0"/>
              <a:t> </a:t>
            </a:r>
            <a:r>
              <a:rPr lang="en-US" sz="2800" dirty="0" err="1"/>
              <a:t>davasında</a:t>
            </a:r>
            <a:r>
              <a:rPr lang="en-US" sz="2800" dirty="0"/>
              <a:t> </a:t>
            </a:r>
            <a:r>
              <a:rPr lang="en-US" sz="2800" dirty="0" err="1"/>
              <a:t>davalı</a:t>
            </a:r>
            <a:r>
              <a:rPr lang="en-US" sz="2800" dirty="0"/>
              <a:t> </a:t>
            </a:r>
            <a:r>
              <a:rPr lang="en-US" sz="2800" dirty="0" err="1"/>
              <a:t>tarafından</a:t>
            </a:r>
            <a:r>
              <a:rPr lang="en-US" sz="2800" dirty="0"/>
              <a:t> </a:t>
            </a:r>
            <a:r>
              <a:rPr lang="en-US" sz="2800" dirty="0" err="1"/>
              <a:t>kullanılan</a:t>
            </a:r>
            <a:r>
              <a:rPr lang="en-US" sz="2800" dirty="0"/>
              <a:t> </a:t>
            </a:r>
            <a:r>
              <a:rPr lang="en-US" sz="2800" dirty="0" err="1"/>
              <a:t>bir</a:t>
            </a:r>
            <a:r>
              <a:rPr lang="en-US" sz="2800" dirty="0"/>
              <a:t> </a:t>
            </a:r>
            <a:r>
              <a:rPr lang="en-US" sz="2800" dirty="0" err="1"/>
              <a:t>savunma</a:t>
            </a:r>
            <a:r>
              <a:rPr lang="en-US" sz="2800" dirty="0"/>
              <a:t>, </a:t>
            </a:r>
            <a:r>
              <a:rPr lang="en-US" sz="2800" dirty="0" err="1"/>
              <a:t>aşağıdakilerin</a:t>
            </a:r>
            <a:r>
              <a:rPr lang="en-US" sz="2800" dirty="0"/>
              <a:t> </a:t>
            </a:r>
            <a:r>
              <a:rPr lang="en-US" sz="2800" dirty="0" err="1"/>
              <a:t>kanıtlanmasını</a:t>
            </a:r>
            <a:r>
              <a:rPr lang="en-US" sz="2800" dirty="0"/>
              <a:t> </a:t>
            </a:r>
            <a:r>
              <a:rPr lang="en-US" sz="2800" dirty="0" err="1"/>
              <a:t>gerektirir</a:t>
            </a:r>
            <a:r>
              <a:rPr lang="en-US" sz="2800" dirty="0"/>
              <a:t>:
</a:t>
            </a:r>
            <a:r>
              <a:rPr lang="en-US" sz="2800" dirty="0" err="1"/>
              <a:t>Davacının</a:t>
            </a:r>
            <a:r>
              <a:rPr lang="en-US" sz="2800" dirty="0"/>
              <a:t> </a:t>
            </a:r>
            <a:r>
              <a:rPr lang="en-US" sz="2800" dirty="0" err="1"/>
              <a:t>ürün</a:t>
            </a:r>
            <a:r>
              <a:rPr lang="en-US" sz="2800" dirty="0"/>
              <a:t> </a:t>
            </a:r>
            <a:r>
              <a:rPr lang="en-US" sz="2800" dirty="0" err="1"/>
              <a:t>veya</a:t>
            </a:r>
            <a:r>
              <a:rPr lang="en-US" sz="2800" dirty="0"/>
              <a:t> </a:t>
            </a:r>
            <a:r>
              <a:rPr lang="en-US" sz="2800" dirty="0" err="1"/>
              <a:t>hizmeti</a:t>
            </a:r>
            <a:r>
              <a:rPr lang="en-US" sz="2800" dirty="0"/>
              <a:t>, </a:t>
            </a:r>
            <a:r>
              <a:rPr lang="en-US" sz="2800" dirty="0" err="1"/>
              <a:t>davacının</a:t>
            </a:r>
            <a:r>
              <a:rPr lang="en-US" sz="2800" dirty="0"/>
              <a:t> </a:t>
            </a:r>
            <a:r>
              <a:rPr lang="en-US" sz="2800" dirty="0" err="1"/>
              <a:t>markası</a:t>
            </a:r>
            <a:r>
              <a:rPr lang="en-US" sz="2800" dirty="0"/>
              <a:t> </a:t>
            </a:r>
            <a:r>
              <a:rPr lang="en-US" sz="2800" dirty="0" err="1"/>
              <a:t>kullanılmadan</a:t>
            </a:r>
            <a:r>
              <a:rPr lang="en-US" sz="2800" dirty="0"/>
              <a:t> </a:t>
            </a:r>
            <a:r>
              <a:rPr lang="en-US" sz="2800" dirty="0" err="1"/>
              <a:t>kolayca</a:t>
            </a:r>
            <a:r>
              <a:rPr lang="en-US" sz="2800" dirty="0"/>
              <a:t> </a:t>
            </a:r>
            <a:r>
              <a:rPr lang="en-US" sz="2800" dirty="0" err="1"/>
              <a:t>tanımlanamaz</a:t>
            </a:r>
            <a:r>
              <a:rPr lang="en-US" sz="2800" dirty="0"/>
              <a:t>
</a:t>
            </a:r>
            <a:r>
              <a:rPr lang="en-US" sz="2800" dirty="0" err="1"/>
              <a:t>Davalı</a:t>
            </a:r>
            <a:r>
              <a:rPr lang="en-US" sz="2800" dirty="0"/>
              <a:t>, </a:t>
            </a:r>
            <a:r>
              <a:rPr lang="en-US" sz="2800" dirty="0" err="1"/>
              <a:t>davalının</a:t>
            </a:r>
            <a:r>
              <a:rPr lang="en-US" sz="2800" dirty="0"/>
              <a:t> </a:t>
            </a:r>
            <a:r>
              <a:rPr lang="en-US" sz="2800" dirty="0" err="1"/>
              <a:t>ürün</a:t>
            </a:r>
            <a:r>
              <a:rPr lang="en-US" sz="2800" dirty="0"/>
              <a:t> </a:t>
            </a:r>
            <a:r>
              <a:rPr lang="en-US" sz="2800" dirty="0" err="1"/>
              <a:t>veya</a:t>
            </a:r>
            <a:r>
              <a:rPr lang="en-US" sz="2800" dirty="0"/>
              <a:t> </a:t>
            </a:r>
            <a:r>
              <a:rPr lang="en-US" sz="2800" dirty="0" err="1"/>
              <a:t>hizmetini</a:t>
            </a:r>
            <a:r>
              <a:rPr lang="en-US" sz="2800" dirty="0"/>
              <a:t> </a:t>
            </a:r>
            <a:r>
              <a:rPr lang="en-US" sz="2800" dirty="0" err="1"/>
              <a:t>tanımlamak</a:t>
            </a:r>
            <a:r>
              <a:rPr lang="en-US" sz="2800" dirty="0"/>
              <a:t> için </a:t>
            </a:r>
            <a:r>
              <a:rPr lang="en-US" sz="2800" dirty="0" err="1"/>
              <a:t>yalnızca</a:t>
            </a:r>
            <a:r>
              <a:rPr lang="en-US" sz="2800" dirty="0"/>
              <a:t> </a:t>
            </a:r>
            <a:r>
              <a:rPr lang="en-US" sz="2800" dirty="0" err="1"/>
              <a:t>davacının</a:t>
            </a:r>
            <a:r>
              <a:rPr lang="en-US" sz="2800" dirty="0"/>
              <a:t> </a:t>
            </a:r>
            <a:r>
              <a:rPr lang="en-US" sz="2800" dirty="0" err="1"/>
              <a:t>markasını</a:t>
            </a:r>
            <a:r>
              <a:rPr lang="en-US" sz="2800" dirty="0"/>
              <a:t> </a:t>
            </a:r>
            <a:r>
              <a:rPr lang="en-US" sz="2800" dirty="0" err="1"/>
              <a:t>gerektiği</a:t>
            </a:r>
            <a:r>
              <a:rPr lang="en-US" sz="2800" dirty="0"/>
              <a:t> </a:t>
            </a:r>
            <a:r>
              <a:rPr lang="en-US" sz="2800" dirty="0" err="1"/>
              <a:t>kadar</a:t>
            </a:r>
            <a:r>
              <a:rPr lang="en-US" sz="2800" dirty="0"/>
              <a:t> </a:t>
            </a:r>
            <a:r>
              <a:rPr lang="en-US" sz="2800" dirty="0" err="1"/>
              <a:t>kullanır</a:t>
            </a:r>
            <a:r>
              <a:rPr lang="en-US" sz="2800" dirty="0"/>
              <a:t>
</a:t>
            </a:r>
            <a:r>
              <a:rPr lang="en-US" sz="2800" dirty="0" err="1"/>
              <a:t>Davalı</a:t>
            </a:r>
            <a:r>
              <a:rPr lang="en-US" sz="2800" dirty="0"/>
              <a:t>, </a:t>
            </a:r>
            <a:r>
              <a:rPr lang="en-US" sz="2800" dirty="0" err="1"/>
              <a:t>davacının</a:t>
            </a:r>
            <a:r>
              <a:rPr lang="en-US" sz="2800" dirty="0"/>
              <a:t> </a:t>
            </a:r>
            <a:r>
              <a:rPr lang="en-US" sz="2800" dirty="0" err="1"/>
              <a:t>markasıyla</a:t>
            </a:r>
            <a:r>
              <a:rPr lang="en-US" sz="2800" dirty="0"/>
              <a:t> </a:t>
            </a:r>
            <a:r>
              <a:rPr lang="en-US" sz="2800" dirty="0" err="1"/>
              <a:t>davacı</a:t>
            </a:r>
            <a:r>
              <a:rPr lang="en-US" sz="2800" dirty="0"/>
              <a:t> </a:t>
            </a:r>
            <a:r>
              <a:rPr lang="en-US" sz="2800" dirty="0" err="1"/>
              <a:t>tarafından</a:t>
            </a:r>
            <a:r>
              <a:rPr lang="en-US" sz="2800" dirty="0"/>
              <a:t> </a:t>
            </a:r>
            <a:r>
              <a:rPr lang="en-US" sz="2800" dirty="0" err="1"/>
              <a:t>onay</a:t>
            </a:r>
            <a:r>
              <a:rPr lang="en-US" sz="2800" dirty="0"/>
              <a:t> </a:t>
            </a:r>
            <a:r>
              <a:rPr lang="en-US" sz="2800" dirty="0" err="1"/>
              <a:t>veya</a:t>
            </a:r>
            <a:r>
              <a:rPr lang="en-US" sz="2800" dirty="0"/>
              <a:t> </a:t>
            </a:r>
            <a:r>
              <a:rPr lang="en-US" sz="2800" dirty="0" err="1"/>
              <a:t>sponsorluk</a:t>
            </a:r>
            <a:r>
              <a:rPr lang="en-US" sz="2800" dirty="0"/>
              <a:t> </a:t>
            </a:r>
            <a:r>
              <a:rPr lang="en-US" sz="2800" dirty="0" err="1"/>
              <a:t>öneren</a:t>
            </a:r>
            <a:r>
              <a:rPr lang="en-US" sz="2800" dirty="0"/>
              <a:t> </a:t>
            </a:r>
            <a:r>
              <a:rPr lang="en-US" sz="2800" dirty="0" err="1"/>
              <a:t>hiçbir</a:t>
            </a:r>
            <a:r>
              <a:rPr lang="en-US" sz="2800" dirty="0"/>
              <a:t> </a:t>
            </a:r>
            <a:r>
              <a:rPr lang="en-US" sz="2800" dirty="0" err="1"/>
              <a:t>şey</a:t>
            </a:r>
            <a:r>
              <a:rPr lang="en-US" sz="2800" dirty="0"/>
              <a:t> </a:t>
            </a:r>
            <a:r>
              <a:rPr lang="en-US" sz="2800" dirty="0" err="1"/>
              <a:t>yapmaz</a:t>
            </a:r>
            <a:endParaRPr lang="en-US" dirty="0"/>
          </a:p>
        </p:txBody>
      </p:sp>
      <p:sp>
        <p:nvSpPr>
          <p:cNvPr id="3" name="Title 2"/>
          <p:cNvSpPr>
            <a:spLocks noGrp="1"/>
          </p:cNvSpPr>
          <p:nvPr>
            <p:ph type="title"/>
          </p:nvPr>
        </p:nvSpPr>
        <p:spPr>
          <a:xfrm>
            <a:off x="754063" y="341401"/>
            <a:ext cx="8026400" cy="527837"/>
          </a:xfrm>
        </p:spPr>
        <p:txBody>
          <a:bodyPr/>
          <a:lstStyle/>
          <a:p>
            <a:r>
              <a:rPr lang="en-US" sz="4000" dirty="0" err="1"/>
              <a:t>Yalın</a:t>
            </a:r>
            <a:r>
              <a:rPr lang="en-US" sz="4000" dirty="0"/>
              <a:t> Adil </a:t>
            </a:r>
            <a:r>
              <a:rPr lang="en-US" sz="4000" dirty="0" err="1"/>
              <a:t>Kullanım</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46307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371600"/>
            <a:ext cx="8415338" cy="4716676"/>
          </a:xfrm>
        </p:spPr>
        <p:txBody>
          <a:bodyPr/>
          <a:lstStyle/>
          <a:p>
            <a:r>
              <a:rPr lang="en-US" sz="2700" dirty="0" err="1"/>
              <a:t>Cybersquatter</a:t>
            </a:r>
            <a:r>
              <a:rPr lang="en-US" sz="2700" dirty="0"/>
              <a:t>: </a:t>
            </a:r>
            <a:r>
              <a:rPr lang="en-US" sz="2700" dirty="0" err="1"/>
              <a:t>Bağlantısı</a:t>
            </a:r>
            <a:r>
              <a:rPr lang="en-US" sz="2700" dirty="0"/>
              <a:t> </a:t>
            </a:r>
            <a:r>
              <a:rPr lang="en-US" sz="2700" dirty="0" err="1"/>
              <a:t>olmayan</a:t>
            </a:r>
            <a:r>
              <a:rPr lang="en-US" sz="2700" dirty="0"/>
              <a:t> </a:t>
            </a:r>
            <a:r>
              <a:rPr lang="en-US" sz="2700" dirty="0" err="1"/>
              <a:t>ünlü</a:t>
            </a:r>
            <a:r>
              <a:rPr lang="en-US" sz="2700" dirty="0"/>
              <a:t> </a:t>
            </a:r>
            <a:r>
              <a:rPr lang="en-US" sz="2700" dirty="0" err="1"/>
              <a:t>ticari</a:t>
            </a:r>
            <a:r>
              <a:rPr lang="en-US" sz="2700" dirty="0"/>
              <a:t> </a:t>
            </a:r>
            <a:r>
              <a:rPr lang="en-US" sz="2700" dirty="0" err="1"/>
              <a:t>markalar</a:t>
            </a:r>
            <a:r>
              <a:rPr lang="en-US" sz="2700" dirty="0"/>
              <a:t> </a:t>
            </a:r>
            <a:r>
              <a:rPr lang="en-US" sz="2700" dirty="0" err="1"/>
              <a:t>veya</a:t>
            </a:r>
            <a:r>
              <a:rPr lang="en-US" sz="2700" dirty="0"/>
              <a:t> </a:t>
            </a:r>
            <a:r>
              <a:rPr lang="en-US" sz="2700" dirty="0" err="1"/>
              <a:t>şirket</a:t>
            </a:r>
            <a:r>
              <a:rPr lang="en-US" sz="2700" dirty="0"/>
              <a:t> </a:t>
            </a:r>
            <a:r>
              <a:rPr lang="en-US" sz="2700" dirty="0" err="1"/>
              <a:t>adları</a:t>
            </a:r>
            <a:r>
              <a:rPr lang="en-US" sz="2700" dirty="0"/>
              <a:t> için </a:t>
            </a:r>
            <a:r>
              <a:rPr lang="en-US" sz="2700" dirty="0" err="1"/>
              <a:t>alan</a:t>
            </a:r>
            <a:r>
              <a:rPr lang="en-US" sz="2700" dirty="0"/>
              <a:t> </a:t>
            </a:r>
            <a:r>
              <a:rPr lang="en-US" sz="2700" dirty="0" err="1"/>
              <a:t>adlarını</a:t>
            </a:r>
            <a:r>
              <a:rPr lang="en-US" sz="2700" dirty="0"/>
              <a:t> </a:t>
            </a:r>
            <a:r>
              <a:rPr lang="en-US" sz="2700" dirty="0" err="1"/>
              <a:t>kaydeden</a:t>
            </a:r>
            <a:r>
              <a:rPr lang="en-US" sz="2700" dirty="0"/>
              <a:t> </a:t>
            </a:r>
            <a:r>
              <a:rPr lang="en-US" sz="2700" dirty="0" err="1"/>
              <a:t>bir</a:t>
            </a:r>
            <a:r>
              <a:rPr lang="en-US" sz="2700" dirty="0"/>
              <a:t> </a:t>
            </a:r>
            <a:r>
              <a:rPr lang="en-US" sz="2700" dirty="0" err="1"/>
              <a:t>kişi</a:t>
            </a:r>
            <a:r>
              <a:rPr lang="en-US" sz="2700" dirty="0"/>
              <a:t> </a:t>
            </a:r>
            <a:r>
              <a:rPr lang="en-US" sz="2700" dirty="0" err="1"/>
              <a:t>veya</a:t>
            </a:r>
            <a:r>
              <a:rPr lang="en-US" sz="2700" dirty="0"/>
              <a:t> </a:t>
            </a:r>
            <a:r>
              <a:rPr lang="en-US" sz="2700" dirty="0" err="1"/>
              <a:t>şirket</a:t>
            </a:r>
            <a:r>
              <a:rPr lang="en-US" sz="2700" dirty="0"/>
              <a:t>
</a:t>
            </a:r>
            <a:r>
              <a:rPr lang="en-US" sz="2700" dirty="0" err="1"/>
              <a:t>Amaç</a:t>
            </a:r>
            <a:r>
              <a:rPr lang="en-US" sz="2700" dirty="0"/>
              <a:t>, </a:t>
            </a:r>
            <a:r>
              <a:rPr lang="en-US" sz="2700" dirty="0" err="1"/>
              <a:t>alan</a:t>
            </a:r>
            <a:r>
              <a:rPr lang="en-US" sz="2700" dirty="0"/>
              <a:t> </a:t>
            </a:r>
            <a:r>
              <a:rPr lang="en-US" sz="2700" dirty="0" err="1"/>
              <a:t>adını</a:t>
            </a:r>
            <a:r>
              <a:rPr lang="en-US" sz="2700" dirty="0"/>
              <a:t> </a:t>
            </a:r>
            <a:r>
              <a:rPr lang="en-US" sz="2700" dirty="0" err="1"/>
              <a:t>büyük</a:t>
            </a:r>
            <a:r>
              <a:rPr lang="en-US" sz="2700" dirty="0"/>
              <a:t> </a:t>
            </a:r>
            <a:r>
              <a:rPr lang="en-US" sz="2700" dirty="0" err="1"/>
              <a:t>miktarda</a:t>
            </a:r>
            <a:r>
              <a:rPr lang="en-US" sz="2700" dirty="0"/>
              <a:t> </a:t>
            </a:r>
            <a:r>
              <a:rPr lang="en-US" sz="2700" dirty="0" err="1"/>
              <a:t>paraya</a:t>
            </a:r>
            <a:r>
              <a:rPr lang="en-US" sz="2700" dirty="0"/>
              <a:t> </a:t>
            </a:r>
            <a:r>
              <a:rPr lang="en-US" sz="2700" dirty="0" err="1"/>
              <a:t>satmaktır</a:t>
            </a:r>
            <a:r>
              <a:rPr lang="en-US" sz="2700" dirty="0"/>
              <a:t>
</a:t>
            </a:r>
            <a:r>
              <a:rPr lang="en-US" sz="2700" dirty="0" err="1"/>
              <a:t>Siber</a:t>
            </a:r>
            <a:r>
              <a:rPr lang="en-US" sz="2700" dirty="0"/>
              <a:t> </a:t>
            </a:r>
            <a:r>
              <a:rPr lang="en-US" sz="2700" dirty="0" err="1"/>
              <a:t>işgali</a:t>
            </a:r>
            <a:r>
              <a:rPr lang="en-US" sz="2700" dirty="0"/>
              <a:t> </a:t>
            </a:r>
            <a:r>
              <a:rPr lang="en-US" sz="2700" dirty="0" err="1"/>
              <a:t>atlatmak</a:t>
            </a:r>
            <a:r>
              <a:rPr lang="en-US" sz="2700" dirty="0"/>
              <a:t> için </a:t>
            </a:r>
            <a:r>
              <a:rPr lang="en-US" sz="2700" dirty="0" err="1"/>
              <a:t>taktikler</a:t>
            </a:r>
            <a:r>
              <a:rPr lang="en-US" sz="2700" dirty="0"/>
              <a:t>:
</a:t>
            </a:r>
            <a:r>
              <a:rPr lang="en-US" sz="2700" dirty="0" err="1"/>
              <a:t>Tüm</a:t>
            </a:r>
            <a:r>
              <a:rPr lang="en-US" sz="2700" dirty="0"/>
              <a:t> </a:t>
            </a:r>
            <a:r>
              <a:rPr lang="en-US" sz="2700" dirty="0" err="1"/>
              <a:t>olası</a:t>
            </a:r>
            <a:r>
              <a:rPr lang="en-US" sz="2700" dirty="0"/>
              <a:t> </a:t>
            </a:r>
            <a:r>
              <a:rPr lang="en-US" sz="2700" dirty="0" err="1"/>
              <a:t>alan</a:t>
            </a:r>
            <a:r>
              <a:rPr lang="en-US" sz="2700" dirty="0"/>
              <a:t> </a:t>
            </a:r>
            <a:r>
              <a:rPr lang="en-US" sz="2700" dirty="0" err="1"/>
              <a:t>adlarını</a:t>
            </a:r>
            <a:r>
              <a:rPr lang="en-US" sz="2700" dirty="0"/>
              <a:t> </a:t>
            </a:r>
            <a:r>
              <a:rPr lang="en-US" sz="2700" dirty="0" err="1"/>
              <a:t>ve</a:t>
            </a:r>
            <a:r>
              <a:rPr lang="en-US" sz="2700" dirty="0"/>
              <a:t> </a:t>
            </a:r>
            <a:r>
              <a:rPr lang="en-US" sz="2700" dirty="0" err="1"/>
              <a:t>varyasyonlarını</a:t>
            </a:r>
            <a:r>
              <a:rPr lang="en-US" sz="2700" dirty="0"/>
              <a:t> </a:t>
            </a:r>
            <a:r>
              <a:rPr lang="en-US" sz="2700" dirty="0" err="1"/>
              <a:t>derhal</a:t>
            </a:r>
            <a:r>
              <a:rPr lang="en-US" sz="2700" dirty="0"/>
              <a:t> </a:t>
            </a:r>
            <a:r>
              <a:rPr lang="en-US" sz="2700" dirty="0" err="1"/>
              <a:t>kaydedin</a:t>
            </a:r>
            <a:r>
              <a:rPr lang="en-US" sz="2700" dirty="0"/>
              <a:t> 
</a:t>
            </a:r>
            <a:r>
              <a:rPr lang="en-US" sz="2700" dirty="0" err="1"/>
              <a:t>ICANN'in</a:t>
            </a:r>
            <a:r>
              <a:rPr lang="en-US" sz="2700" dirty="0"/>
              <a:t> Tek Tip Alan </a:t>
            </a:r>
            <a:r>
              <a:rPr lang="en-US" sz="2700" dirty="0" err="1"/>
              <a:t>Adı</a:t>
            </a:r>
            <a:r>
              <a:rPr lang="en-US" sz="2700" dirty="0"/>
              <a:t> </a:t>
            </a:r>
            <a:r>
              <a:rPr lang="en-US" sz="2700" dirty="0" err="1"/>
              <a:t>Anlaşmazlık</a:t>
            </a:r>
            <a:r>
              <a:rPr lang="en-US" sz="2700" dirty="0"/>
              <a:t> </a:t>
            </a:r>
            <a:r>
              <a:rPr lang="en-US" sz="2700" dirty="0" err="1"/>
              <a:t>Çözümü</a:t>
            </a:r>
            <a:r>
              <a:rPr lang="en-US" sz="2700" dirty="0"/>
              <a:t> </a:t>
            </a:r>
            <a:r>
              <a:rPr lang="en-US" sz="2700" dirty="0" err="1"/>
              <a:t>Politikası</a:t>
            </a:r>
            <a:r>
              <a:rPr lang="en-US" sz="2700" dirty="0"/>
              <a:t>:
Bir </a:t>
            </a:r>
            <a:r>
              <a:rPr lang="en-US" sz="2700" dirty="0" err="1"/>
              <a:t>ticari</a:t>
            </a:r>
            <a:r>
              <a:rPr lang="en-US" sz="2700" dirty="0"/>
              <a:t> </a:t>
            </a:r>
            <a:r>
              <a:rPr lang="en-US" sz="2700" dirty="0" err="1"/>
              <a:t>marka</a:t>
            </a:r>
            <a:r>
              <a:rPr lang="en-US" sz="2700" dirty="0"/>
              <a:t> </a:t>
            </a:r>
            <a:r>
              <a:rPr lang="en-US" sz="2700" dirty="0" err="1"/>
              <a:t>sahibinin</a:t>
            </a:r>
            <a:r>
              <a:rPr lang="en-US" sz="2700" dirty="0"/>
              <a:t>, </a:t>
            </a:r>
            <a:r>
              <a:rPr lang="en-US" sz="2700" dirty="0" err="1"/>
              <a:t>bir</a:t>
            </a:r>
            <a:r>
              <a:rPr lang="en-US" sz="2700" dirty="0"/>
              <a:t> </a:t>
            </a:r>
            <a:r>
              <a:rPr lang="en-US" sz="2700" dirty="0" err="1"/>
              <a:t>alan</a:t>
            </a:r>
            <a:r>
              <a:rPr lang="en-US" sz="2700" dirty="0"/>
              <a:t> </a:t>
            </a:r>
            <a:r>
              <a:rPr lang="en-US" sz="2700" dirty="0" err="1"/>
              <a:t>adının</a:t>
            </a:r>
            <a:r>
              <a:rPr lang="en-US" sz="2700" dirty="0"/>
              <a:t> </a:t>
            </a:r>
            <a:r>
              <a:rPr lang="en-US" sz="2700" dirty="0" err="1"/>
              <a:t>kötü</a:t>
            </a:r>
            <a:r>
              <a:rPr lang="en-US" sz="2700" dirty="0"/>
              <a:t> </a:t>
            </a:r>
            <a:r>
              <a:rPr lang="en-US" sz="2700" dirty="0" err="1"/>
              <a:t>niyetle</a:t>
            </a:r>
            <a:r>
              <a:rPr lang="en-US" sz="2700" dirty="0"/>
              <a:t> </a:t>
            </a:r>
            <a:r>
              <a:rPr lang="en-US" sz="2700" dirty="0" err="1"/>
              <a:t>kaydedildiği</a:t>
            </a:r>
            <a:r>
              <a:rPr lang="en-US" sz="2700" dirty="0"/>
              <a:t> </a:t>
            </a:r>
            <a:r>
              <a:rPr lang="en-US" sz="2700" dirty="0" err="1"/>
              <a:t>veya</a:t>
            </a:r>
            <a:r>
              <a:rPr lang="en-US" sz="2700" dirty="0"/>
              <a:t> </a:t>
            </a:r>
            <a:r>
              <a:rPr lang="en-US" sz="2700" dirty="0" err="1"/>
              <a:t>kullanıldığına</a:t>
            </a:r>
            <a:r>
              <a:rPr lang="en-US" sz="2700" dirty="0"/>
              <a:t> </a:t>
            </a:r>
            <a:r>
              <a:rPr lang="en-US" sz="2700" dirty="0" err="1"/>
              <a:t>dair</a:t>
            </a:r>
            <a:r>
              <a:rPr lang="en-US" sz="2700" dirty="0"/>
              <a:t> </a:t>
            </a:r>
            <a:r>
              <a:rPr lang="en-US" sz="2700" dirty="0" err="1"/>
              <a:t>şikayetinin</a:t>
            </a:r>
            <a:r>
              <a:rPr lang="en-US" sz="2700" dirty="0"/>
              <a:t> </a:t>
            </a:r>
            <a:r>
              <a:rPr lang="en-US" sz="2700" dirty="0" err="1"/>
              <a:t>hızlı</a:t>
            </a:r>
            <a:r>
              <a:rPr lang="en-US" sz="2700" dirty="0"/>
              <a:t> </a:t>
            </a:r>
            <a:r>
              <a:rPr lang="en-US" sz="2700" dirty="0" err="1"/>
              <a:t>ve</a:t>
            </a:r>
            <a:r>
              <a:rPr lang="en-US" sz="2700" dirty="0"/>
              <a:t> </a:t>
            </a:r>
            <a:r>
              <a:rPr lang="en-US" sz="2700" dirty="0" err="1"/>
              <a:t>nispeten</a:t>
            </a:r>
            <a:r>
              <a:rPr lang="en-US" sz="2700" dirty="0"/>
              <a:t> </a:t>
            </a:r>
            <a:r>
              <a:rPr lang="en-US" sz="2700" dirty="0" err="1"/>
              <a:t>ucuz</a:t>
            </a:r>
            <a:r>
              <a:rPr lang="en-US" sz="2700" dirty="0"/>
              <a:t> </a:t>
            </a:r>
            <a:r>
              <a:rPr lang="en-US" sz="2700" dirty="0" err="1"/>
              <a:t>bir</a:t>
            </a:r>
            <a:r>
              <a:rPr lang="en-US" sz="2700" dirty="0"/>
              <a:t> </a:t>
            </a:r>
            <a:r>
              <a:rPr lang="en-US" sz="2700" dirty="0" err="1"/>
              <a:t>şekilde</a:t>
            </a:r>
            <a:r>
              <a:rPr lang="en-US" sz="2700" dirty="0"/>
              <a:t> </a:t>
            </a:r>
            <a:r>
              <a:rPr lang="en-US" sz="2700" dirty="0" err="1"/>
              <a:t>tahkime</a:t>
            </a:r>
            <a:r>
              <a:rPr lang="en-US" sz="2700" dirty="0"/>
              <a:t> </a:t>
            </a:r>
            <a:r>
              <a:rPr lang="en-US" sz="2700" dirty="0" err="1"/>
              <a:t>götürülmesini</a:t>
            </a:r>
            <a:r>
              <a:rPr lang="en-US" sz="2700" dirty="0"/>
              <a:t> </a:t>
            </a:r>
            <a:r>
              <a:rPr lang="en-US" sz="2700" dirty="0" err="1"/>
              <a:t>sağlamak</a:t>
            </a:r>
            <a:r>
              <a:rPr lang="en-US" sz="2700" dirty="0"/>
              <a:t> için </a:t>
            </a:r>
            <a:r>
              <a:rPr lang="en-US" sz="2700" dirty="0" err="1"/>
              <a:t>tasarlanmıştır</a:t>
            </a:r>
            <a:endParaRPr lang="en-US" sz="2400" dirty="0"/>
          </a:p>
        </p:txBody>
      </p:sp>
      <p:sp>
        <p:nvSpPr>
          <p:cNvPr id="3" name="Title 2"/>
          <p:cNvSpPr>
            <a:spLocks noGrp="1"/>
          </p:cNvSpPr>
          <p:nvPr>
            <p:ph type="title"/>
          </p:nvPr>
        </p:nvSpPr>
        <p:spPr>
          <a:xfrm>
            <a:off x="762000" y="290459"/>
            <a:ext cx="8026400" cy="527837"/>
          </a:xfrm>
        </p:spPr>
        <p:txBody>
          <a:bodyPr/>
          <a:lstStyle/>
          <a:p>
            <a:r>
              <a:rPr lang="en-US" sz="4000" dirty="0" err="1"/>
              <a:t>Siber</a:t>
            </a:r>
            <a:r>
              <a:rPr lang="en-US" sz="4000" dirty="0"/>
              <a:t> </a:t>
            </a:r>
            <a:r>
              <a:rPr lang="en-US" sz="4000" dirty="0" err="1"/>
              <a:t>işgal</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478105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19200"/>
            <a:ext cx="8415338" cy="5059847"/>
          </a:xfrm>
        </p:spPr>
        <p:txBody>
          <a:bodyPr/>
          <a:lstStyle/>
          <a:p>
            <a:r>
              <a:rPr lang="en-US" sz="2700" dirty="0" err="1"/>
              <a:t>Fikri</a:t>
            </a:r>
            <a:r>
              <a:rPr lang="en-US" sz="2700" dirty="0"/>
              <a:t> </a:t>
            </a:r>
            <a:r>
              <a:rPr lang="en-US" sz="2700" dirty="0" err="1"/>
              <a:t>mülkiyet</a:t>
            </a:r>
            <a:r>
              <a:rPr lang="en-US" sz="2700" dirty="0"/>
              <a:t> </a:t>
            </a:r>
            <a:r>
              <a:rPr lang="en-US" sz="2700" dirty="0" err="1"/>
              <a:t>terimi</a:t>
            </a:r>
            <a:r>
              <a:rPr lang="en-US" sz="2700" dirty="0"/>
              <a:t> </a:t>
            </a:r>
            <a:r>
              <a:rPr lang="en-US" sz="2700" dirty="0" err="1"/>
              <a:t>neleri</a:t>
            </a:r>
            <a:r>
              <a:rPr lang="en-US" sz="2700" dirty="0"/>
              <a:t> </a:t>
            </a:r>
            <a:r>
              <a:rPr lang="en-US" sz="2700" dirty="0" err="1"/>
              <a:t>kapsar</a:t>
            </a:r>
            <a:r>
              <a:rPr lang="en-US" sz="2700" dirty="0"/>
              <a:t> </a:t>
            </a:r>
            <a:r>
              <a:rPr lang="en-US" sz="2700" dirty="0" err="1"/>
              <a:t>ve</a:t>
            </a:r>
            <a:r>
              <a:rPr lang="en-US" sz="2700" dirty="0"/>
              <a:t> </a:t>
            </a:r>
            <a:r>
              <a:rPr lang="en-US" sz="2700" dirty="0" err="1"/>
              <a:t>kuruluşlar</a:t>
            </a:r>
            <a:r>
              <a:rPr lang="en-US" sz="2700" dirty="0"/>
              <a:t> </a:t>
            </a:r>
            <a:r>
              <a:rPr lang="en-US" sz="2700" dirty="0" err="1"/>
              <a:t>fikri</a:t>
            </a:r>
            <a:r>
              <a:rPr lang="en-US" sz="2700" dirty="0"/>
              <a:t> </a:t>
            </a:r>
            <a:r>
              <a:rPr lang="en-US" sz="2700" dirty="0" err="1"/>
              <a:t>mülkiyetlerini</a:t>
            </a:r>
            <a:r>
              <a:rPr lang="en-US" sz="2700" dirty="0"/>
              <a:t> </a:t>
            </a:r>
            <a:r>
              <a:rPr lang="en-US" sz="2700" dirty="0" err="1"/>
              <a:t>korumak</a:t>
            </a:r>
            <a:r>
              <a:rPr lang="en-US" sz="2700" dirty="0"/>
              <a:t> için ne </a:t>
            </a:r>
            <a:r>
              <a:rPr lang="en-US" sz="2700" dirty="0" err="1"/>
              <a:t>gibi</a:t>
            </a:r>
            <a:r>
              <a:rPr lang="en-US" sz="2700" dirty="0"/>
              <a:t> </a:t>
            </a:r>
            <a:r>
              <a:rPr lang="en-US" sz="2700" dirty="0" err="1"/>
              <a:t>önlemler</a:t>
            </a:r>
            <a:r>
              <a:rPr lang="en-US" sz="2700" dirty="0"/>
              <a:t> </a:t>
            </a:r>
            <a:r>
              <a:rPr lang="en-US" sz="2700" dirty="0" err="1"/>
              <a:t>alabilir</a:t>
            </a:r>
            <a:r>
              <a:rPr lang="en-US" sz="2700" dirty="0"/>
              <a:t>?</a:t>
            </a:r>
            <a:r>
              <a:rPr lang="en-US" sz="2500" dirty="0"/>
              <a:t> </a:t>
            </a:r>
            <a:r>
              <a:rPr lang="en-US" sz="2500" dirty="0" err="1"/>
              <a:t>Fikri</a:t>
            </a:r>
            <a:r>
              <a:rPr lang="en-US" sz="2500" dirty="0"/>
              <a:t> </a:t>
            </a:r>
            <a:r>
              <a:rPr lang="en-US" sz="2500" dirty="0" err="1"/>
              <a:t>mülkiyet</a:t>
            </a:r>
            <a:r>
              <a:rPr lang="en-US" sz="2500" dirty="0"/>
              <a:t>: </a:t>
            </a:r>
          </a:p>
          <a:p>
            <a:r>
              <a:rPr lang="en-US" sz="2500" dirty="0" err="1"/>
              <a:t>Farklı</a:t>
            </a:r>
            <a:r>
              <a:rPr lang="en-US" sz="2500" dirty="0"/>
              <a:t> </a:t>
            </a:r>
            <a:r>
              <a:rPr lang="en-US" sz="2500" dirty="0" err="1"/>
              <a:t>ve</a:t>
            </a:r>
            <a:r>
              <a:rPr lang="en-US" sz="2500" dirty="0"/>
              <a:t> </a:t>
            </a:r>
            <a:r>
              <a:rPr lang="en-US" sz="2500" dirty="0" err="1"/>
              <a:t>tek</a:t>
            </a:r>
            <a:r>
              <a:rPr lang="en-US" sz="2500" dirty="0"/>
              <a:t> </a:t>
            </a:r>
            <a:r>
              <a:rPr lang="en-US" sz="2500" dirty="0" err="1"/>
              <a:t>bir</a:t>
            </a:r>
            <a:r>
              <a:rPr lang="en-US" sz="2500" dirty="0"/>
              <a:t> </a:t>
            </a:r>
            <a:r>
              <a:rPr lang="en-US" sz="2500" dirty="0" err="1"/>
              <a:t>kişi</a:t>
            </a:r>
            <a:r>
              <a:rPr lang="en-US" sz="2500" dirty="0"/>
              <a:t> </a:t>
            </a:r>
            <a:r>
              <a:rPr lang="en-US" sz="2500" dirty="0" err="1"/>
              <a:t>veya</a:t>
            </a:r>
            <a:r>
              <a:rPr lang="en-US" sz="2500" dirty="0"/>
              <a:t> </a:t>
            </a:r>
            <a:r>
              <a:rPr lang="en-US" sz="2500" dirty="0" err="1"/>
              <a:t>grup</a:t>
            </a:r>
            <a:r>
              <a:rPr lang="en-US" sz="2500" dirty="0"/>
              <a:t> </a:t>
            </a:r>
            <a:r>
              <a:rPr lang="en-US" sz="2500" dirty="0" err="1"/>
              <a:t>tarafından</a:t>
            </a:r>
            <a:r>
              <a:rPr lang="en-US" sz="2500" dirty="0"/>
              <a:t> </a:t>
            </a:r>
            <a:r>
              <a:rPr lang="en-US" sz="2500" dirty="0" err="1"/>
              <a:t>sahip</a:t>
            </a:r>
            <a:r>
              <a:rPr lang="en-US" sz="2500" dirty="0"/>
              <a:t> </a:t>
            </a:r>
            <a:r>
              <a:rPr lang="en-US" sz="2500" dirty="0" err="1"/>
              <a:t>olunan</a:t>
            </a:r>
            <a:r>
              <a:rPr lang="en-US" sz="2500" dirty="0"/>
              <a:t> </a:t>
            </a:r>
            <a:r>
              <a:rPr lang="en-US" sz="2500" dirty="0" err="1"/>
              <a:t>veya</a:t>
            </a:r>
            <a:r>
              <a:rPr lang="en-US" sz="2500" dirty="0"/>
              <a:t> </a:t>
            </a:r>
            <a:r>
              <a:rPr lang="en-US" sz="2500" dirty="0" err="1"/>
              <a:t>yaratılan</a:t>
            </a:r>
            <a:r>
              <a:rPr lang="en-US" sz="2500" dirty="0"/>
              <a:t> </a:t>
            </a:r>
            <a:r>
              <a:rPr lang="en-US" sz="2500" dirty="0" err="1"/>
              <a:t>zihin</a:t>
            </a:r>
            <a:r>
              <a:rPr lang="en-US" sz="2500" dirty="0"/>
              <a:t> </a:t>
            </a:r>
            <a:r>
              <a:rPr lang="en-US" sz="2500" dirty="0" err="1"/>
              <a:t>çalışmalarını</a:t>
            </a:r>
            <a:r>
              <a:rPr lang="en-US" sz="2500" dirty="0"/>
              <a:t> </a:t>
            </a:r>
            <a:r>
              <a:rPr lang="en-US" sz="2500" dirty="0" err="1"/>
              <a:t>tanımlar</a:t>
            </a:r>
            <a:r>
              <a:rPr lang="en-US" sz="2500" dirty="0"/>
              <a:t>
</a:t>
            </a:r>
            <a:r>
              <a:rPr lang="en-US" sz="2500" dirty="0" err="1"/>
              <a:t>Fikri</a:t>
            </a:r>
            <a:r>
              <a:rPr lang="en-US" sz="2500" dirty="0"/>
              <a:t> </a:t>
            </a:r>
            <a:r>
              <a:rPr lang="en-US" sz="2500" dirty="0" err="1"/>
              <a:t>mülkiyet</a:t>
            </a:r>
            <a:r>
              <a:rPr lang="en-US" sz="2500" dirty="0"/>
              <a:t>, </a:t>
            </a:r>
            <a:r>
              <a:rPr lang="en-US" sz="2500" dirty="0" err="1"/>
              <a:t>telif</a:t>
            </a:r>
            <a:r>
              <a:rPr lang="en-US" sz="2500" dirty="0"/>
              <a:t> </a:t>
            </a:r>
            <a:r>
              <a:rPr lang="en-US" sz="2500" dirty="0" err="1"/>
              <a:t>hakları</a:t>
            </a:r>
            <a:r>
              <a:rPr lang="en-US" sz="2500" dirty="0"/>
              <a:t>, </a:t>
            </a:r>
            <a:r>
              <a:rPr lang="en-US" sz="2500" dirty="0" err="1"/>
              <a:t>patentler</a:t>
            </a:r>
            <a:r>
              <a:rPr lang="en-US" sz="2500" dirty="0"/>
              <a:t>, </a:t>
            </a:r>
            <a:r>
              <a:rPr lang="en-US" sz="2500" dirty="0" err="1"/>
              <a:t>ticari</a:t>
            </a:r>
            <a:r>
              <a:rPr lang="en-US" sz="2500" dirty="0"/>
              <a:t> </a:t>
            </a:r>
            <a:r>
              <a:rPr lang="en-US" sz="2500" dirty="0" err="1"/>
              <a:t>markalar</a:t>
            </a:r>
            <a:r>
              <a:rPr lang="en-US" sz="2500" dirty="0"/>
              <a:t> </a:t>
            </a:r>
            <a:r>
              <a:rPr lang="en-US" sz="2500" dirty="0" err="1"/>
              <a:t>ve</a:t>
            </a:r>
            <a:r>
              <a:rPr lang="en-US" sz="2500" dirty="0"/>
              <a:t> </a:t>
            </a:r>
            <a:r>
              <a:rPr lang="en-US" sz="2500" dirty="0" err="1"/>
              <a:t>ticari</a:t>
            </a:r>
            <a:r>
              <a:rPr lang="en-US" sz="2500" dirty="0"/>
              <a:t> </a:t>
            </a:r>
            <a:r>
              <a:rPr lang="en-US" sz="2500" dirty="0" err="1"/>
              <a:t>sırlar</a:t>
            </a:r>
            <a:r>
              <a:rPr lang="en-US" sz="2500" dirty="0"/>
              <a:t> </a:t>
            </a:r>
            <a:r>
              <a:rPr lang="en-US" sz="2500" dirty="0" err="1"/>
              <a:t>yasası</a:t>
            </a:r>
            <a:r>
              <a:rPr lang="en-US" sz="2500" dirty="0"/>
              <a:t> </a:t>
            </a:r>
            <a:r>
              <a:rPr lang="en-US" sz="2500" dirty="0" err="1"/>
              <a:t>ile</a:t>
            </a:r>
            <a:r>
              <a:rPr lang="en-US" sz="2500" dirty="0"/>
              <a:t> </a:t>
            </a:r>
            <a:r>
              <a:rPr lang="en-US" sz="2500" dirty="0" err="1"/>
              <a:t>korunmaktadır</a:t>
            </a:r>
            <a:r>
              <a:rPr lang="en-US" sz="2500" dirty="0"/>
              <a:t>.
</a:t>
            </a:r>
            <a:r>
              <a:rPr lang="en-US" sz="2500" dirty="0" err="1"/>
              <a:t>Telif</a:t>
            </a:r>
            <a:r>
              <a:rPr lang="en-US" sz="2500" dirty="0"/>
              <a:t> </a:t>
            </a:r>
            <a:r>
              <a:rPr lang="en-US" sz="2500" dirty="0" err="1"/>
              <a:t>hakkı</a:t>
            </a:r>
            <a:r>
              <a:rPr lang="en-US" sz="2500" dirty="0"/>
              <a:t>, </a:t>
            </a:r>
            <a:r>
              <a:rPr lang="en-US" sz="2500" dirty="0" err="1"/>
              <a:t>orijinal</a:t>
            </a:r>
            <a:r>
              <a:rPr lang="en-US" sz="2500" dirty="0"/>
              <a:t> </a:t>
            </a:r>
            <a:r>
              <a:rPr lang="en-US" sz="2500" dirty="0" err="1"/>
              <a:t>bir</a:t>
            </a:r>
            <a:r>
              <a:rPr lang="en-US" sz="2500" dirty="0"/>
              <a:t> </a:t>
            </a:r>
            <a:r>
              <a:rPr lang="en-US" sz="2500" dirty="0" err="1"/>
              <a:t>eseri</a:t>
            </a:r>
            <a:r>
              <a:rPr lang="en-US" sz="2500" dirty="0"/>
              <a:t> </a:t>
            </a:r>
            <a:r>
              <a:rPr lang="en-US" sz="2500" dirty="0" err="1"/>
              <a:t>dağıtmak</a:t>
            </a:r>
            <a:r>
              <a:rPr lang="en-US" sz="2500" dirty="0"/>
              <a:t>, </a:t>
            </a:r>
            <a:r>
              <a:rPr lang="en-US" sz="2500" dirty="0" err="1"/>
              <a:t>sergilemek</a:t>
            </a:r>
            <a:r>
              <a:rPr lang="en-US" sz="2500" dirty="0"/>
              <a:t>, </a:t>
            </a:r>
            <a:r>
              <a:rPr lang="en-US" sz="2500" dirty="0" err="1"/>
              <a:t>icra</a:t>
            </a:r>
            <a:r>
              <a:rPr lang="en-US" sz="2500" dirty="0"/>
              <a:t> </a:t>
            </a:r>
            <a:r>
              <a:rPr lang="en-US" sz="2500" dirty="0" err="1"/>
              <a:t>etmek</a:t>
            </a:r>
            <a:r>
              <a:rPr lang="en-US" sz="2500" dirty="0"/>
              <a:t> </a:t>
            </a:r>
            <a:r>
              <a:rPr lang="en-US" sz="2500" dirty="0" err="1"/>
              <a:t>veya</a:t>
            </a:r>
            <a:r>
              <a:rPr lang="en-US" sz="2500" dirty="0"/>
              <a:t> </a:t>
            </a:r>
            <a:r>
              <a:rPr lang="en-US" sz="2500" dirty="0" err="1"/>
              <a:t>çoğaltmak</a:t>
            </a:r>
            <a:r>
              <a:rPr lang="en-US" sz="2500" dirty="0"/>
              <a:t> için </a:t>
            </a:r>
            <a:r>
              <a:rPr lang="en-US" sz="2500" dirty="0" err="1"/>
              <a:t>münhasır</a:t>
            </a:r>
            <a:r>
              <a:rPr lang="en-US" sz="2500" dirty="0"/>
              <a:t> </a:t>
            </a:r>
            <a:r>
              <a:rPr lang="en-US" sz="2500" dirty="0" err="1"/>
              <a:t>haktır</a:t>
            </a:r>
            <a:r>
              <a:rPr lang="en-US" sz="2500" dirty="0"/>
              <a:t>
Adil </a:t>
            </a:r>
            <a:r>
              <a:rPr lang="en-US" sz="2500" dirty="0" err="1"/>
              <a:t>kullanım</a:t>
            </a:r>
            <a:r>
              <a:rPr lang="en-US" sz="2500" dirty="0"/>
              <a:t> </a:t>
            </a:r>
            <a:r>
              <a:rPr lang="en-US" sz="2500" dirty="0" err="1"/>
              <a:t>doktrini</a:t>
            </a:r>
            <a:r>
              <a:rPr lang="en-US" sz="2500" dirty="0"/>
              <a:t>, </a:t>
            </a:r>
            <a:r>
              <a:rPr lang="en-US" sz="2500" dirty="0" err="1"/>
              <a:t>mahkemelerin</a:t>
            </a:r>
            <a:r>
              <a:rPr lang="en-US" sz="2500" dirty="0"/>
              <a:t> </a:t>
            </a:r>
            <a:r>
              <a:rPr lang="en-US" sz="2500" dirty="0" err="1"/>
              <a:t>telif</a:t>
            </a:r>
            <a:r>
              <a:rPr lang="en-US" sz="2500" dirty="0"/>
              <a:t> </a:t>
            </a:r>
            <a:r>
              <a:rPr lang="en-US" sz="2500" dirty="0" err="1"/>
              <a:t>hakkıyla</a:t>
            </a:r>
            <a:r>
              <a:rPr lang="en-US" sz="2500" dirty="0"/>
              <a:t> </a:t>
            </a:r>
            <a:r>
              <a:rPr lang="en-US" sz="2500" dirty="0" err="1"/>
              <a:t>korunan</a:t>
            </a:r>
            <a:r>
              <a:rPr lang="en-US" sz="2500" dirty="0"/>
              <a:t> </a:t>
            </a:r>
            <a:r>
              <a:rPr lang="en-US" sz="2500" dirty="0" err="1"/>
              <a:t>mülkün</a:t>
            </a:r>
            <a:r>
              <a:rPr lang="en-US" sz="2500" dirty="0"/>
              <a:t> </a:t>
            </a:r>
            <a:r>
              <a:rPr lang="en-US" sz="2500" dirty="0" err="1"/>
              <a:t>kullanımının</a:t>
            </a:r>
            <a:r>
              <a:rPr lang="en-US" sz="2500" dirty="0"/>
              <a:t> </a:t>
            </a:r>
            <a:r>
              <a:rPr lang="en-US" sz="2500" dirty="0" err="1"/>
              <a:t>adil</a:t>
            </a:r>
            <a:r>
              <a:rPr lang="en-US" sz="2500" dirty="0"/>
              <a:t> </a:t>
            </a:r>
            <a:r>
              <a:rPr lang="en-US" sz="2500" dirty="0" err="1"/>
              <a:t>olup</a:t>
            </a:r>
            <a:r>
              <a:rPr lang="en-US" sz="2500" dirty="0"/>
              <a:t> </a:t>
            </a:r>
            <a:r>
              <a:rPr lang="en-US" sz="2500" dirty="0" err="1"/>
              <a:t>olmadığına</a:t>
            </a:r>
            <a:r>
              <a:rPr lang="en-US" sz="2500" dirty="0"/>
              <a:t> </a:t>
            </a:r>
            <a:r>
              <a:rPr lang="en-US" sz="2500" dirty="0" err="1"/>
              <a:t>karar</a:t>
            </a:r>
            <a:r>
              <a:rPr lang="en-US" sz="2500" dirty="0"/>
              <a:t> </a:t>
            </a:r>
            <a:r>
              <a:rPr lang="en-US" sz="2500" dirty="0" err="1"/>
              <a:t>verirken</a:t>
            </a:r>
            <a:r>
              <a:rPr lang="en-US" sz="2500" dirty="0"/>
              <a:t> </a:t>
            </a:r>
            <a:r>
              <a:rPr lang="en-US" sz="2500" dirty="0" err="1"/>
              <a:t>göz</a:t>
            </a:r>
            <a:r>
              <a:rPr lang="en-US" sz="2500" dirty="0"/>
              <a:t> </a:t>
            </a:r>
            <a:r>
              <a:rPr lang="en-US" sz="2500" dirty="0" err="1"/>
              <a:t>önünde</a:t>
            </a:r>
            <a:r>
              <a:rPr lang="en-US" sz="2500" dirty="0"/>
              <a:t> </a:t>
            </a:r>
            <a:r>
              <a:rPr lang="en-US" sz="2500" dirty="0" err="1"/>
              <a:t>bulundurması</a:t>
            </a:r>
            <a:r>
              <a:rPr lang="en-US" sz="2500" dirty="0"/>
              <a:t> </a:t>
            </a:r>
            <a:r>
              <a:rPr lang="en-US" sz="2500" dirty="0" err="1"/>
              <a:t>gereken</a:t>
            </a:r>
            <a:r>
              <a:rPr lang="en-US" sz="2500" dirty="0"/>
              <a:t> </a:t>
            </a:r>
            <a:r>
              <a:rPr lang="en-US" sz="2500" dirty="0" err="1"/>
              <a:t>dört</a:t>
            </a:r>
            <a:r>
              <a:rPr lang="en-US" sz="2500" dirty="0"/>
              <a:t> </a:t>
            </a:r>
            <a:r>
              <a:rPr lang="en-US" sz="2500" dirty="0" err="1"/>
              <a:t>faktör</a:t>
            </a:r>
            <a:r>
              <a:rPr lang="en-US" sz="2500" dirty="0"/>
              <a:t> </a:t>
            </a:r>
            <a:r>
              <a:rPr lang="en-US" sz="2500" dirty="0" err="1"/>
              <a:t>belirlemiştir</a:t>
            </a:r>
            <a:r>
              <a:rPr lang="en-US" sz="2500" dirty="0"/>
              <a:t>.</a:t>
            </a:r>
            <a:endParaRPr lang="en-US" sz="2600" b="1"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621970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19200"/>
            <a:ext cx="8415338" cy="5746958"/>
          </a:xfrm>
        </p:spPr>
        <p:txBody>
          <a:bodyPr/>
          <a:lstStyle/>
          <a:p>
            <a:r>
              <a:rPr lang="en-US" sz="2700" dirty="0" err="1"/>
              <a:t>Fikri</a:t>
            </a:r>
            <a:r>
              <a:rPr lang="en-US" sz="2700" dirty="0"/>
              <a:t> </a:t>
            </a:r>
            <a:r>
              <a:rPr lang="en-US" sz="2700" dirty="0" err="1"/>
              <a:t>mülkiyet</a:t>
            </a:r>
            <a:r>
              <a:rPr lang="en-US" sz="2700" dirty="0"/>
              <a:t> </a:t>
            </a:r>
            <a:r>
              <a:rPr lang="en-US" sz="2700" dirty="0" err="1"/>
              <a:t>terimi</a:t>
            </a:r>
            <a:r>
              <a:rPr lang="en-US" sz="2700" dirty="0"/>
              <a:t> </a:t>
            </a:r>
            <a:r>
              <a:rPr lang="en-US" sz="2700" dirty="0" err="1"/>
              <a:t>neleri</a:t>
            </a:r>
            <a:r>
              <a:rPr lang="en-US" sz="2700" dirty="0"/>
              <a:t> </a:t>
            </a:r>
            <a:r>
              <a:rPr lang="en-US" sz="2700" dirty="0" err="1"/>
              <a:t>kapsar</a:t>
            </a:r>
            <a:r>
              <a:rPr lang="en-US" sz="2700" dirty="0"/>
              <a:t> </a:t>
            </a:r>
            <a:r>
              <a:rPr lang="en-US" sz="2700" dirty="0" err="1"/>
              <a:t>ve</a:t>
            </a:r>
            <a:r>
              <a:rPr lang="en-US" sz="2700" dirty="0"/>
              <a:t> </a:t>
            </a:r>
            <a:r>
              <a:rPr lang="en-US" sz="2700" dirty="0" err="1"/>
              <a:t>kuruluşlar</a:t>
            </a:r>
            <a:r>
              <a:rPr lang="en-US" sz="2700" dirty="0"/>
              <a:t> </a:t>
            </a:r>
            <a:r>
              <a:rPr lang="en-US" sz="2700" dirty="0" err="1"/>
              <a:t>fikri</a:t>
            </a:r>
            <a:r>
              <a:rPr lang="en-US" sz="2700" dirty="0"/>
              <a:t> </a:t>
            </a:r>
            <a:r>
              <a:rPr lang="en-US" sz="2700" dirty="0" err="1"/>
              <a:t>mülkiyetlerini</a:t>
            </a:r>
            <a:r>
              <a:rPr lang="en-US" sz="2700" dirty="0"/>
              <a:t> </a:t>
            </a:r>
            <a:r>
              <a:rPr lang="en-US" sz="2700" dirty="0" err="1"/>
              <a:t>korumak</a:t>
            </a:r>
            <a:r>
              <a:rPr lang="en-US" sz="2700" dirty="0"/>
              <a:t> için ne </a:t>
            </a:r>
            <a:r>
              <a:rPr lang="en-US" sz="2700" dirty="0" err="1"/>
              <a:t>gibi</a:t>
            </a:r>
            <a:r>
              <a:rPr lang="en-US" sz="2700" dirty="0"/>
              <a:t> </a:t>
            </a:r>
            <a:r>
              <a:rPr lang="en-US" sz="2700" dirty="0" err="1"/>
              <a:t>önlemler</a:t>
            </a:r>
            <a:r>
              <a:rPr lang="en-US" sz="2700" dirty="0"/>
              <a:t> </a:t>
            </a:r>
            <a:r>
              <a:rPr lang="en-US" sz="2700" dirty="0" err="1"/>
              <a:t>alabilir</a:t>
            </a:r>
            <a:r>
              <a:rPr lang="en-US" sz="2700" dirty="0"/>
              <a:t>?
2008 </a:t>
            </a:r>
            <a:r>
              <a:rPr lang="en-US" sz="2700" dirty="0" err="1"/>
              <a:t>tarihli</a:t>
            </a:r>
            <a:r>
              <a:rPr lang="en-US" sz="2700" dirty="0"/>
              <a:t> </a:t>
            </a:r>
            <a:r>
              <a:rPr lang="en-US" sz="2700" dirty="0" err="1"/>
              <a:t>Fikri</a:t>
            </a:r>
            <a:r>
              <a:rPr lang="en-US" sz="2700" dirty="0"/>
              <a:t> </a:t>
            </a:r>
            <a:r>
              <a:rPr lang="en-US" sz="2700" dirty="0" err="1"/>
              <a:t>Mülkiyet</a:t>
            </a:r>
            <a:r>
              <a:rPr lang="en-US" sz="2700" dirty="0"/>
              <a:t> için </a:t>
            </a:r>
            <a:r>
              <a:rPr lang="en-US" sz="2700" dirty="0" err="1"/>
              <a:t>Kaynakların</a:t>
            </a:r>
            <a:r>
              <a:rPr lang="en-US" sz="2700" dirty="0"/>
              <a:t> </a:t>
            </a:r>
            <a:r>
              <a:rPr lang="en-US" sz="2700" dirty="0" err="1"/>
              <a:t>ve</a:t>
            </a:r>
            <a:r>
              <a:rPr lang="en-US" sz="2700" dirty="0"/>
              <a:t> </a:t>
            </a:r>
            <a:r>
              <a:rPr lang="en-US" sz="2700" dirty="0" err="1"/>
              <a:t>Organizasyonun</a:t>
            </a:r>
            <a:r>
              <a:rPr lang="en-US" sz="2700" dirty="0"/>
              <a:t> </a:t>
            </a:r>
            <a:r>
              <a:rPr lang="en-US" sz="2700" dirty="0" err="1"/>
              <a:t>Önceliklendirilmesi</a:t>
            </a:r>
            <a:r>
              <a:rPr lang="en-US" sz="2700" dirty="0"/>
              <a:t> (PRO-IP) </a:t>
            </a:r>
            <a:r>
              <a:rPr lang="en-US" sz="2700" dirty="0" err="1"/>
              <a:t>Yasası</a:t>
            </a:r>
            <a:r>
              <a:rPr lang="en-US" sz="2700" dirty="0"/>
              <a:t>: </a:t>
            </a:r>
            <a:r>
              <a:rPr lang="en-US" sz="2700" dirty="0" err="1"/>
              <a:t>Artan</a:t>
            </a:r>
            <a:r>
              <a:rPr lang="en-US" sz="2700" dirty="0"/>
              <a:t> </a:t>
            </a:r>
            <a:r>
              <a:rPr lang="en-US" sz="2700" dirty="0" err="1"/>
              <a:t>ticari</a:t>
            </a:r>
            <a:r>
              <a:rPr lang="en-US" sz="2700" dirty="0"/>
              <a:t> </a:t>
            </a:r>
            <a:r>
              <a:rPr lang="en-US" sz="2700" dirty="0" err="1"/>
              <a:t>marka</a:t>
            </a:r>
            <a:r>
              <a:rPr lang="en-US" sz="2700" dirty="0"/>
              <a:t> </a:t>
            </a:r>
            <a:r>
              <a:rPr lang="en-US" sz="2700" dirty="0" err="1"/>
              <a:t>ve</a:t>
            </a:r>
            <a:r>
              <a:rPr lang="en-US" sz="2700" dirty="0"/>
              <a:t> </a:t>
            </a:r>
            <a:r>
              <a:rPr lang="en-US" sz="2700" dirty="0" err="1"/>
              <a:t>telif</a:t>
            </a:r>
            <a:r>
              <a:rPr lang="en-US" sz="2700" dirty="0"/>
              <a:t> </a:t>
            </a:r>
            <a:r>
              <a:rPr lang="en-US" sz="2700" dirty="0" err="1"/>
              <a:t>hakkı</a:t>
            </a:r>
            <a:r>
              <a:rPr lang="en-US" sz="2700" dirty="0"/>
              <a:t> </a:t>
            </a:r>
            <a:r>
              <a:rPr lang="en-US" sz="2700" dirty="0" err="1"/>
              <a:t>uygulaması</a:t>
            </a:r>
            <a:r>
              <a:rPr lang="en-US" sz="2700" dirty="0"/>
              <a:t>
</a:t>
            </a:r>
            <a:r>
              <a:rPr lang="en-US" sz="2700" dirty="0" err="1"/>
              <a:t>Gümrük</a:t>
            </a:r>
            <a:r>
              <a:rPr lang="en-US" sz="2700" dirty="0"/>
              <a:t> </a:t>
            </a:r>
            <a:r>
              <a:rPr lang="en-US" sz="2700" dirty="0" err="1"/>
              <a:t>Tarifeleri</a:t>
            </a:r>
            <a:r>
              <a:rPr lang="en-US" sz="2700" dirty="0"/>
              <a:t> </a:t>
            </a:r>
            <a:r>
              <a:rPr lang="en-US" sz="2700" dirty="0" err="1"/>
              <a:t>ve</a:t>
            </a:r>
            <a:r>
              <a:rPr lang="en-US" sz="2700" dirty="0"/>
              <a:t> </a:t>
            </a:r>
            <a:r>
              <a:rPr lang="en-US" sz="2700" dirty="0" err="1"/>
              <a:t>Ticaret</a:t>
            </a:r>
            <a:r>
              <a:rPr lang="en-US" sz="2700" dirty="0"/>
              <a:t> </a:t>
            </a:r>
            <a:r>
              <a:rPr lang="en-US" sz="2700" dirty="0" err="1"/>
              <a:t>Genel</a:t>
            </a:r>
            <a:r>
              <a:rPr lang="en-US" sz="2700" dirty="0"/>
              <a:t> </a:t>
            </a:r>
            <a:r>
              <a:rPr lang="en-US" sz="2700" dirty="0" err="1"/>
              <a:t>Anlaşması</a:t>
            </a:r>
            <a:r>
              <a:rPr lang="en-US" sz="2700" dirty="0"/>
              <a:t> (GATT)
</a:t>
            </a:r>
            <a:r>
              <a:rPr lang="en-US" sz="2700" dirty="0" err="1"/>
              <a:t>Ticaretle</a:t>
            </a:r>
            <a:r>
              <a:rPr lang="en-US" sz="2700" dirty="0"/>
              <a:t> </a:t>
            </a:r>
            <a:r>
              <a:rPr lang="en-US" sz="2700" dirty="0" err="1"/>
              <a:t>Bağlantılı</a:t>
            </a:r>
            <a:r>
              <a:rPr lang="en-US" sz="2700" dirty="0"/>
              <a:t> </a:t>
            </a:r>
            <a:r>
              <a:rPr lang="en-US" sz="2700" dirty="0" err="1"/>
              <a:t>Fikri</a:t>
            </a:r>
            <a:r>
              <a:rPr lang="en-US" sz="2700" dirty="0"/>
              <a:t> </a:t>
            </a:r>
            <a:r>
              <a:rPr lang="en-US" sz="2700" dirty="0" err="1"/>
              <a:t>Mülkiyet</a:t>
            </a:r>
            <a:r>
              <a:rPr lang="en-US" sz="2700" dirty="0"/>
              <a:t> </a:t>
            </a:r>
            <a:r>
              <a:rPr lang="en-US" sz="2700" dirty="0" err="1"/>
              <a:t>Hakları</a:t>
            </a:r>
            <a:r>
              <a:rPr lang="en-US" sz="2700" dirty="0"/>
              <a:t> </a:t>
            </a:r>
            <a:r>
              <a:rPr lang="en-US" sz="2700" dirty="0" err="1"/>
              <a:t>Anlaşması</a:t>
            </a:r>
            <a:r>
              <a:rPr lang="en-US" sz="2700" dirty="0"/>
              <a:t> (TRIPS) </a:t>
            </a:r>
            <a:r>
              <a:rPr lang="en-US" sz="2700" dirty="0" err="1"/>
              <a:t>telif</a:t>
            </a:r>
            <a:r>
              <a:rPr lang="en-US" sz="2700" dirty="0"/>
              <a:t> </a:t>
            </a:r>
            <a:r>
              <a:rPr lang="en-US" sz="2700" dirty="0" err="1"/>
              <a:t>haklarını</a:t>
            </a:r>
            <a:r>
              <a:rPr lang="en-US" sz="2700" dirty="0"/>
              <a:t> </a:t>
            </a:r>
            <a:r>
              <a:rPr lang="en-US" sz="2700" dirty="0" err="1"/>
              <a:t>kapsar</a:t>
            </a:r>
            <a:r>
              <a:rPr lang="en-US" sz="2700" dirty="0"/>
              <a:t>
</a:t>
            </a:r>
            <a:r>
              <a:rPr lang="en-US" sz="2700" dirty="0" err="1"/>
              <a:t>Dijital</a:t>
            </a:r>
            <a:r>
              <a:rPr lang="en-US" sz="2700" dirty="0"/>
              <a:t> </a:t>
            </a:r>
            <a:r>
              <a:rPr lang="en-US" sz="2700" dirty="0" err="1"/>
              <a:t>Binyıl</a:t>
            </a:r>
            <a:r>
              <a:rPr lang="en-US" sz="2700" dirty="0"/>
              <a:t> </a:t>
            </a:r>
            <a:r>
              <a:rPr lang="en-US" sz="2700" dirty="0" err="1"/>
              <a:t>Telif</a:t>
            </a:r>
            <a:r>
              <a:rPr lang="en-US" sz="2700" dirty="0"/>
              <a:t> </a:t>
            </a:r>
            <a:r>
              <a:rPr lang="en-US" sz="2700" dirty="0" err="1"/>
              <a:t>Hakkı</a:t>
            </a:r>
            <a:r>
              <a:rPr lang="en-US" sz="2700" dirty="0"/>
              <a:t> </a:t>
            </a:r>
            <a:r>
              <a:rPr lang="en-US" sz="2700" dirty="0" err="1"/>
              <a:t>Yasası</a:t>
            </a:r>
            <a:r>
              <a:rPr lang="en-US" sz="2700" dirty="0"/>
              <a:t> (DMCA): </a:t>
            </a:r>
            <a:r>
              <a:rPr lang="en-US" sz="2700" dirty="0" err="1"/>
              <a:t>Teknolojik</a:t>
            </a:r>
            <a:r>
              <a:rPr lang="en-US" sz="2700" dirty="0"/>
              <a:t> </a:t>
            </a:r>
            <a:r>
              <a:rPr lang="en-US" sz="2700" dirty="0" err="1"/>
              <a:t>olarak</a:t>
            </a:r>
            <a:r>
              <a:rPr lang="en-US" sz="2700" dirty="0"/>
              <a:t> </a:t>
            </a:r>
            <a:r>
              <a:rPr lang="en-US" sz="2700" dirty="0" err="1"/>
              <a:t>korunan</a:t>
            </a:r>
            <a:r>
              <a:rPr lang="en-US" sz="2700" dirty="0"/>
              <a:t> </a:t>
            </a:r>
            <a:r>
              <a:rPr lang="en-US" sz="2700" dirty="0" err="1"/>
              <a:t>bir</a:t>
            </a:r>
            <a:r>
              <a:rPr lang="en-US" sz="2700" dirty="0"/>
              <a:t> </a:t>
            </a:r>
            <a:r>
              <a:rPr lang="en-US" sz="2700" dirty="0" err="1"/>
              <a:t>esere</a:t>
            </a:r>
            <a:r>
              <a:rPr lang="en-US" sz="2700" dirty="0"/>
              <a:t> </a:t>
            </a:r>
            <a:r>
              <a:rPr lang="en-US" sz="2700" dirty="0" err="1"/>
              <a:t>erişmeyi</a:t>
            </a:r>
            <a:r>
              <a:rPr lang="en-US" sz="2700" dirty="0"/>
              <a:t> (</a:t>
            </a:r>
            <a:r>
              <a:rPr lang="en-US" sz="2700" dirty="0" err="1"/>
              <a:t>veya</a:t>
            </a:r>
            <a:r>
              <a:rPr lang="en-US" sz="2700" dirty="0"/>
              <a:t> </a:t>
            </a:r>
            <a:r>
              <a:rPr lang="en-US" sz="2700" dirty="0" err="1"/>
              <a:t>başkalarının</a:t>
            </a:r>
            <a:r>
              <a:rPr lang="en-US" sz="2700" dirty="0"/>
              <a:t> </a:t>
            </a:r>
            <a:r>
              <a:rPr lang="en-US" sz="2700" dirty="0" err="1"/>
              <a:t>erişmesine</a:t>
            </a:r>
            <a:r>
              <a:rPr lang="en-US" sz="2700" dirty="0"/>
              <a:t> </a:t>
            </a:r>
            <a:r>
              <a:rPr lang="en-US" sz="2700" dirty="0" err="1"/>
              <a:t>izin</a:t>
            </a:r>
            <a:r>
              <a:rPr lang="en-US" sz="2700" dirty="0"/>
              <a:t> </a:t>
            </a:r>
            <a:r>
              <a:rPr lang="en-US" sz="2700" dirty="0" err="1"/>
              <a:t>veren</a:t>
            </a:r>
            <a:r>
              <a:rPr lang="en-US" sz="2700" dirty="0"/>
              <a:t> </a:t>
            </a:r>
            <a:r>
              <a:rPr lang="en-US" sz="2700" dirty="0" err="1"/>
              <a:t>araçlar</a:t>
            </a:r>
            <a:r>
              <a:rPr lang="en-US" sz="2700" dirty="0"/>
              <a:t> </a:t>
            </a:r>
            <a:r>
              <a:rPr lang="en-US" sz="2700" dirty="0" err="1"/>
              <a:t>geliştirmeyi</a:t>
            </a:r>
            <a:r>
              <a:rPr lang="en-US" sz="2700" dirty="0"/>
              <a:t>) </a:t>
            </a:r>
            <a:r>
              <a:rPr lang="en-US" sz="2700" dirty="0" err="1"/>
              <a:t>yasa</a:t>
            </a:r>
            <a:r>
              <a:rPr lang="en-US" sz="2700" dirty="0"/>
              <a:t> </a:t>
            </a:r>
            <a:r>
              <a:rPr lang="en-US" sz="2700" dirty="0" err="1"/>
              <a:t>dışı</a:t>
            </a:r>
            <a:r>
              <a:rPr lang="en-US" sz="2700" dirty="0"/>
              <a:t> hale </a:t>
            </a:r>
            <a:r>
              <a:rPr lang="en-US" sz="2700" dirty="0" err="1"/>
              <a:t>getirir</a:t>
            </a:r>
            <a:r>
              <a:rPr lang="en-US" sz="2700" dirty="0"/>
              <a:t>; </a:t>
            </a:r>
            <a:r>
              <a:rPr lang="en-US" sz="2700" dirty="0" err="1"/>
              <a:t>ISS'lerin</a:t>
            </a:r>
            <a:r>
              <a:rPr lang="en-US" sz="2700" dirty="0"/>
              <a:t> </a:t>
            </a:r>
            <a:r>
              <a:rPr lang="en-US" sz="2700" dirty="0" err="1"/>
              <a:t>müşterileri</a:t>
            </a:r>
            <a:r>
              <a:rPr lang="en-US" sz="2700" dirty="0"/>
              <a:t> </a:t>
            </a:r>
            <a:r>
              <a:rPr lang="en-US" sz="2700" dirty="0" err="1"/>
              <a:t>tarafından</a:t>
            </a:r>
            <a:r>
              <a:rPr lang="en-US" sz="2700" dirty="0"/>
              <a:t> </a:t>
            </a:r>
            <a:r>
              <a:rPr lang="en-US" sz="2700" dirty="0" err="1"/>
              <a:t>telif</a:t>
            </a:r>
            <a:r>
              <a:rPr lang="en-US" sz="2700" dirty="0"/>
              <a:t> </a:t>
            </a:r>
            <a:r>
              <a:rPr lang="en-US" sz="2700" dirty="0" err="1"/>
              <a:t>hakkı</a:t>
            </a:r>
            <a:r>
              <a:rPr lang="en-US" sz="2700" dirty="0"/>
              <a:t> </a:t>
            </a:r>
            <a:r>
              <a:rPr lang="en-US" sz="2700" dirty="0" err="1"/>
              <a:t>ihlali</a:t>
            </a:r>
            <a:r>
              <a:rPr lang="en-US" sz="2700" dirty="0"/>
              <a:t> </a:t>
            </a:r>
            <a:r>
              <a:rPr lang="en-US" sz="2700" dirty="0" err="1"/>
              <a:t>konusundaki</a:t>
            </a:r>
            <a:r>
              <a:rPr lang="en-US" sz="2700" dirty="0"/>
              <a:t> </a:t>
            </a:r>
            <a:r>
              <a:rPr lang="en-US" sz="2700" dirty="0" err="1"/>
              <a:t>sorumluluğunu</a:t>
            </a:r>
            <a:r>
              <a:rPr lang="en-US" sz="2700" dirty="0"/>
              <a:t> </a:t>
            </a:r>
            <a:r>
              <a:rPr lang="en-US" sz="2700" dirty="0" err="1"/>
              <a:t>sınırlar</a:t>
            </a:r>
            <a:r>
              <a:rPr lang="en-US" sz="2700" dirty="0"/>
              <a:t>.</a:t>
            </a:r>
            <a:endParaRPr lang="en-US" sz="28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277642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19200"/>
            <a:ext cx="8415338" cy="5344540"/>
          </a:xfrm>
        </p:spPr>
        <p:txBody>
          <a:bodyPr/>
          <a:lstStyle/>
          <a:p>
            <a:r>
              <a:rPr lang="en-US" sz="2700" dirty="0" err="1"/>
              <a:t>Fikri</a:t>
            </a:r>
            <a:r>
              <a:rPr lang="en-US" sz="2700" dirty="0"/>
              <a:t> </a:t>
            </a:r>
            <a:r>
              <a:rPr lang="en-US" sz="2700" dirty="0" err="1"/>
              <a:t>mülkiyet</a:t>
            </a:r>
            <a:r>
              <a:rPr lang="en-US" sz="2700" dirty="0"/>
              <a:t> </a:t>
            </a:r>
            <a:r>
              <a:rPr lang="en-US" sz="2700" dirty="0" err="1"/>
              <a:t>terimi</a:t>
            </a:r>
            <a:r>
              <a:rPr lang="en-US" sz="2700" dirty="0"/>
              <a:t> </a:t>
            </a:r>
            <a:r>
              <a:rPr lang="en-US" sz="2700" dirty="0" err="1"/>
              <a:t>neleri</a:t>
            </a:r>
            <a:r>
              <a:rPr lang="en-US" sz="2700" dirty="0"/>
              <a:t> </a:t>
            </a:r>
            <a:r>
              <a:rPr lang="en-US" sz="2700" dirty="0" err="1"/>
              <a:t>kapsar</a:t>
            </a:r>
            <a:r>
              <a:rPr lang="en-US" sz="2700" dirty="0"/>
              <a:t> </a:t>
            </a:r>
            <a:r>
              <a:rPr lang="en-US" sz="2700" dirty="0" err="1"/>
              <a:t>ve</a:t>
            </a:r>
            <a:r>
              <a:rPr lang="en-US" sz="2700" dirty="0"/>
              <a:t> </a:t>
            </a:r>
            <a:r>
              <a:rPr lang="en-US" sz="2700" dirty="0" err="1"/>
              <a:t>kuruluşlar</a:t>
            </a:r>
            <a:r>
              <a:rPr lang="en-US" sz="2700" dirty="0"/>
              <a:t> </a:t>
            </a:r>
            <a:r>
              <a:rPr lang="en-US" sz="2700" dirty="0" err="1"/>
              <a:t>fikri</a:t>
            </a:r>
            <a:r>
              <a:rPr lang="en-US" sz="2700" dirty="0"/>
              <a:t> </a:t>
            </a:r>
            <a:r>
              <a:rPr lang="en-US" sz="2700" dirty="0" err="1"/>
              <a:t>mülkiyetlerini</a:t>
            </a:r>
            <a:r>
              <a:rPr lang="en-US" sz="2700" dirty="0"/>
              <a:t> </a:t>
            </a:r>
            <a:r>
              <a:rPr lang="en-US" sz="2700" dirty="0" err="1"/>
              <a:t>korumak</a:t>
            </a:r>
            <a:r>
              <a:rPr lang="en-US" sz="2700" dirty="0"/>
              <a:t> için ne </a:t>
            </a:r>
            <a:r>
              <a:rPr lang="en-US" sz="2700" dirty="0" err="1"/>
              <a:t>gibi</a:t>
            </a:r>
            <a:r>
              <a:rPr lang="en-US" sz="2700" dirty="0"/>
              <a:t> </a:t>
            </a:r>
            <a:r>
              <a:rPr lang="en-US" sz="2700" dirty="0" err="1"/>
              <a:t>önlemler</a:t>
            </a:r>
            <a:r>
              <a:rPr lang="en-US" sz="2700" dirty="0"/>
              <a:t> </a:t>
            </a:r>
            <a:r>
              <a:rPr lang="en-US" sz="2700" dirty="0" err="1"/>
              <a:t>alabilir</a:t>
            </a:r>
            <a:r>
              <a:rPr lang="en-US" sz="2700" dirty="0"/>
              <a:t>?
Patent: USPTO </a:t>
            </a:r>
            <a:r>
              <a:rPr lang="en-US" sz="2700" dirty="0" err="1"/>
              <a:t>tarafından</a:t>
            </a:r>
            <a:r>
              <a:rPr lang="en-US" sz="2700" dirty="0"/>
              <a:t> </a:t>
            </a:r>
            <a:r>
              <a:rPr lang="en-US" sz="2700" dirty="0" err="1"/>
              <a:t>verilen</a:t>
            </a:r>
            <a:r>
              <a:rPr lang="en-US" sz="2700" dirty="0"/>
              <a:t> </a:t>
            </a:r>
            <a:r>
              <a:rPr lang="en-US" sz="2700" dirty="0" err="1"/>
              <a:t>ve</a:t>
            </a:r>
            <a:r>
              <a:rPr lang="en-US" sz="2700" dirty="0"/>
              <a:t> </a:t>
            </a:r>
            <a:r>
              <a:rPr lang="en-US" sz="2700" dirty="0" err="1"/>
              <a:t>sahibinin</a:t>
            </a:r>
            <a:r>
              <a:rPr lang="en-US" sz="2700" dirty="0"/>
              <a:t> </a:t>
            </a:r>
            <a:r>
              <a:rPr lang="en-US" sz="2700" dirty="0" err="1"/>
              <a:t>halkı</a:t>
            </a:r>
            <a:r>
              <a:rPr lang="en-US" sz="2700" dirty="0"/>
              <a:t> </a:t>
            </a:r>
            <a:r>
              <a:rPr lang="en-US" sz="2700" dirty="0" err="1"/>
              <a:t>korunan</a:t>
            </a:r>
            <a:r>
              <a:rPr lang="en-US" sz="2700" dirty="0"/>
              <a:t> </a:t>
            </a:r>
            <a:r>
              <a:rPr lang="en-US" sz="2700" dirty="0" err="1"/>
              <a:t>bir</a:t>
            </a:r>
            <a:r>
              <a:rPr lang="en-US" sz="2700" dirty="0"/>
              <a:t> </a:t>
            </a:r>
            <a:r>
              <a:rPr lang="en-US" sz="2700" dirty="0" err="1"/>
              <a:t>buluşu</a:t>
            </a:r>
            <a:r>
              <a:rPr lang="en-US" sz="2700" dirty="0"/>
              <a:t> </a:t>
            </a:r>
            <a:r>
              <a:rPr lang="en-US" sz="2700" dirty="0" err="1"/>
              <a:t>yapmaktan</a:t>
            </a:r>
            <a:r>
              <a:rPr lang="en-US" sz="2700" dirty="0"/>
              <a:t>, </a:t>
            </a:r>
            <a:r>
              <a:rPr lang="en-US" sz="2700" dirty="0" err="1"/>
              <a:t>kullanmaktan</a:t>
            </a:r>
            <a:r>
              <a:rPr lang="en-US" sz="2700" dirty="0"/>
              <a:t> </a:t>
            </a:r>
            <a:r>
              <a:rPr lang="en-US" sz="2700" dirty="0" err="1"/>
              <a:t>veya</a:t>
            </a:r>
            <a:r>
              <a:rPr lang="en-US" sz="2700" dirty="0"/>
              <a:t> </a:t>
            </a:r>
            <a:r>
              <a:rPr lang="en-US" sz="2700" dirty="0" err="1"/>
              <a:t>satmaktan</a:t>
            </a:r>
            <a:r>
              <a:rPr lang="en-US" sz="2700" dirty="0"/>
              <a:t> </a:t>
            </a:r>
            <a:r>
              <a:rPr lang="en-US" sz="2700" dirty="0" err="1"/>
              <a:t>alıkoymasına</a:t>
            </a:r>
            <a:r>
              <a:rPr lang="en-US" sz="2700" dirty="0"/>
              <a:t> </a:t>
            </a:r>
            <a:r>
              <a:rPr lang="en-US" sz="2700" dirty="0" err="1"/>
              <a:t>izin</a:t>
            </a:r>
            <a:r>
              <a:rPr lang="en-US" sz="2700" dirty="0"/>
              <a:t> </a:t>
            </a:r>
            <a:r>
              <a:rPr lang="en-US" sz="2700" dirty="0" err="1"/>
              <a:t>veren</a:t>
            </a:r>
            <a:r>
              <a:rPr lang="en-US" sz="2700" dirty="0"/>
              <a:t> </a:t>
            </a:r>
            <a:r>
              <a:rPr lang="en-US" sz="2700" dirty="0" err="1"/>
              <a:t>bir</a:t>
            </a:r>
            <a:r>
              <a:rPr lang="en-US" sz="2700" dirty="0"/>
              <a:t> </a:t>
            </a:r>
            <a:r>
              <a:rPr lang="en-US" sz="2700" dirty="0" err="1"/>
              <a:t>mülkiyet</a:t>
            </a:r>
            <a:r>
              <a:rPr lang="en-US" sz="2700" dirty="0"/>
              <a:t> </a:t>
            </a:r>
            <a:r>
              <a:rPr lang="en-US" sz="2700" dirty="0" err="1"/>
              <a:t>hakkı</a:t>
            </a:r>
            <a:r>
              <a:rPr lang="en-US" sz="2700" dirty="0"/>
              <a:t> </a:t>
            </a:r>
            <a:r>
              <a:rPr lang="en-US" sz="2700" dirty="0" err="1"/>
              <a:t>verilmesi</a:t>
            </a:r>
            <a:r>
              <a:rPr lang="en-US" sz="2700" dirty="0"/>
              <a:t>
</a:t>
            </a:r>
            <a:r>
              <a:rPr lang="en-US" sz="2700" dirty="0" err="1"/>
              <a:t>Mahkemeler</a:t>
            </a:r>
            <a:r>
              <a:rPr lang="en-US" sz="2700" dirty="0"/>
              <a:t>, </a:t>
            </a:r>
            <a:r>
              <a:rPr lang="en-US" sz="2700" dirty="0" err="1"/>
              <a:t>ihlal</a:t>
            </a:r>
            <a:r>
              <a:rPr lang="en-US" sz="2700" dirty="0"/>
              <a:t> </a:t>
            </a:r>
            <a:r>
              <a:rPr lang="en-US" sz="2700" dirty="0" err="1"/>
              <a:t>tespit</a:t>
            </a:r>
            <a:r>
              <a:rPr lang="en-US" sz="2700" dirty="0"/>
              <a:t> </a:t>
            </a:r>
            <a:r>
              <a:rPr lang="en-US" sz="2700" dirty="0" err="1"/>
              <a:t>edilirse</a:t>
            </a:r>
            <a:r>
              <a:rPr lang="en-US" sz="2700" dirty="0"/>
              <a:t>, patent </a:t>
            </a:r>
            <a:r>
              <a:rPr lang="en-US" sz="2700" dirty="0" err="1"/>
              <a:t>sahibi</a:t>
            </a:r>
            <a:r>
              <a:rPr lang="en-US" sz="2700" dirty="0"/>
              <a:t> </a:t>
            </a:r>
            <a:r>
              <a:rPr lang="en-US" sz="2700" dirty="0" err="1"/>
              <a:t>tarafından</a:t>
            </a:r>
            <a:r>
              <a:rPr lang="en-US" sz="2700" dirty="0"/>
              <a:t> </a:t>
            </a:r>
            <a:r>
              <a:rPr lang="en-US" sz="2700" dirty="0" err="1"/>
              <a:t>talep</a:t>
            </a:r>
            <a:r>
              <a:rPr lang="en-US" sz="2700" dirty="0"/>
              <a:t> </a:t>
            </a:r>
            <a:r>
              <a:rPr lang="en-US" sz="2700" dirty="0" err="1"/>
              <a:t>edilen</a:t>
            </a:r>
            <a:r>
              <a:rPr lang="en-US" sz="2700" dirty="0"/>
              <a:t> </a:t>
            </a:r>
            <a:r>
              <a:rPr lang="en-US" sz="2700" dirty="0" err="1"/>
              <a:t>tazminat</a:t>
            </a:r>
            <a:r>
              <a:rPr lang="en-US" sz="2700" dirty="0"/>
              <a:t> </a:t>
            </a:r>
            <a:r>
              <a:rPr lang="en-US" sz="2700" dirty="0" err="1"/>
              <a:t>miktarının</a:t>
            </a:r>
            <a:r>
              <a:rPr lang="en-US" sz="2700" dirty="0"/>
              <a:t> </a:t>
            </a:r>
            <a:r>
              <a:rPr lang="en-US" sz="2700" dirty="0" err="1"/>
              <a:t>üç</a:t>
            </a:r>
            <a:r>
              <a:rPr lang="en-US" sz="2700" dirty="0"/>
              <a:t> </a:t>
            </a:r>
            <a:r>
              <a:rPr lang="en-US" sz="2700" dirty="0" err="1"/>
              <a:t>katına</a:t>
            </a:r>
            <a:r>
              <a:rPr lang="en-US" sz="2700" dirty="0"/>
              <a:t> </a:t>
            </a:r>
            <a:r>
              <a:rPr lang="en-US" sz="2700" dirty="0" err="1"/>
              <a:t>kadar</a:t>
            </a:r>
            <a:r>
              <a:rPr lang="en-US" sz="2700" dirty="0"/>
              <a:t> </a:t>
            </a:r>
            <a:r>
              <a:rPr lang="en-US" sz="2700" dirty="0" err="1"/>
              <a:t>hükmedebilir</a:t>
            </a:r>
            <a:r>
              <a:rPr lang="en-US" sz="2700" dirty="0"/>
              <a:t>
Leahy-Smith Amerika </a:t>
            </a:r>
            <a:r>
              <a:rPr lang="en-US" sz="2700" dirty="0" err="1"/>
              <a:t>İcatlar</a:t>
            </a:r>
            <a:r>
              <a:rPr lang="en-US" sz="2700" dirty="0"/>
              <a:t> </a:t>
            </a:r>
            <a:r>
              <a:rPr lang="en-US" sz="2700" dirty="0" err="1"/>
              <a:t>Yasası</a:t>
            </a:r>
            <a:r>
              <a:rPr lang="en-US" sz="2700" dirty="0"/>
              <a:t>, ABD patent </a:t>
            </a:r>
            <a:r>
              <a:rPr lang="en-US" sz="2700" dirty="0" err="1"/>
              <a:t>sistemini</a:t>
            </a:r>
            <a:r>
              <a:rPr lang="en-US" sz="2700" dirty="0"/>
              <a:t> "ilk </a:t>
            </a:r>
            <a:r>
              <a:rPr lang="en-US" sz="2700" dirty="0" err="1"/>
              <a:t>icat</a:t>
            </a:r>
            <a:r>
              <a:rPr lang="en-US" sz="2700" dirty="0"/>
              <a:t> </a:t>
            </a:r>
            <a:r>
              <a:rPr lang="en-US" sz="2700" dirty="0" err="1"/>
              <a:t>eden</a:t>
            </a:r>
            <a:r>
              <a:rPr lang="en-US" sz="2700" dirty="0"/>
              <a:t>" den "ilk </a:t>
            </a:r>
            <a:r>
              <a:rPr lang="en-US" sz="2700" dirty="0" err="1"/>
              <a:t>mucit</a:t>
            </a:r>
            <a:r>
              <a:rPr lang="en-US" sz="2700" dirty="0"/>
              <a:t>" </a:t>
            </a:r>
            <a:r>
              <a:rPr lang="en-US" sz="2700" dirty="0" err="1"/>
              <a:t>dosyasına</a:t>
            </a:r>
            <a:r>
              <a:rPr lang="en-US" sz="2700" dirty="0"/>
              <a:t> </a:t>
            </a:r>
            <a:r>
              <a:rPr lang="en-US" sz="2700" dirty="0" err="1"/>
              <a:t>değiştirdi</a:t>
            </a:r>
            <a:r>
              <a:rPr lang="en-US" sz="2700" dirty="0"/>
              <a:t>; </a:t>
            </a:r>
            <a:r>
              <a:rPr lang="en-US" sz="2700" dirty="0" err="1"/>
              <a:t>Önceki</a:t>
            </a:r>
            <a:r>
              <a:rPr lang="en-US" sz="2700" dirty="0"/>
              <a:t> </a:t>
            </a:r>
            <a:r>
              <a:rPr lang="en-US" sz="2700" dirty="0" err="1"/>
              <a:t>Tekniğin</a:t>
            </a:r>
            <a:r>
              <a:rPr lang="en-US" sz="2700" dirty="0"/>
              <a:t> </a:t>
            </a:r>
            <a:r>
              <a:rPr lang="en-US" sz="2700" dirty="0" err="1"/>
              <a:t>Genişletilmiş</a:t>
            </a:r>
            <a:r>
              <a:rPr lang="en-US" sz="2700" dirty="0"/>
              <a:t> </a:t>
            </a:r>
            <a:r>
              <a:rPr lang="en-US" sz="2700" dirty="0" err="1"/>
              <a:t>Tanımı</a:t>
            </a:r>
            <a:endParaRPr lang="en-US" sz="2500" dirty="0"/>
          </a:p>
          <a:p>
            <a:pPr lvl="1">
              <a:buClr>
                <a:schemeClr val="accent2"/>
              </a:buClr>
            </a:pPr>
            <a:endParaRPr lang="en-US" sz="28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796357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066800"/>
            <a:ext cx="8415338" cy="5410200"/>
          </a:xfrm>
        </p:spPr>
        <p:txBody>
          <a:bodyPr/>
          <a:lstStyle/>
          <a:p>
            <a:r>
              <a:rPr lang="en-US" sz="2400" dirty="0" err="1"/>
              <a:t>Fikri</a:t>
            </a:r>
            <a:r>
              <a:rPr lang="en-US" sz="2400" dirty="0"/>
              <a:t> </a:t>
            </a:r>
            <a:r>
              <a:rPr lang="en-US" sz="2400" dirty="0" err="1"/>
              <a:t>mülkiyet</a:t>
            </a:r>
            <a:r>
              <a:rPr lang="en-US" sz="2400" dirty="0"/>
              <a:t> </a:t>
            </a:r>
            <a:r>
              <a:rPr lang="en-US" sz="2400" dirty="0" err="1"/>
              <a:t>terimi</a:t>
            </a:r>
            <a:r>
              <a:rPr lang="en-US" sz="2400" dirty="0"/>
              <a:t> </a:t>
            </a:r>
            <a:r>
              <a:rPr lang="en-US" sz="2400" dirty="0" err="1"/>
              <a:t>neleri</a:t>
            </a:r>
            <a:r>
              <a:rPr lang="en-US" sz="2400" dirty="0"/>
              <a:t> </a:t>
            </a:r>
            <a:r>
              <a:rPr lang="en-US" sz="2400" dirty="0" err="1"/>
              <a:t>kapsar</a:t>
            </a:r>
            <a:r>
              <a:rPr lang="en-US" sz="2400" dirty="0"/>
              <a:t> </a:t>
            </a:r>
            <a:r>
              <a:rPr lang="en-US" sz="2400" dirty="0" err="1"/>
              <a:t>ve</a:t>
            </a:r>
            <a:r>
              <a:rPr lang="en-US" sz="2400" dirty="0"/>
              <a:t> </a:t>
            </a:r>
            <a:r>
              <a:rPr lang="en-US" sz="2400" dirty="0" err="1"/>
              <a:t>kuruluşlar</a:t>
            </a:r>
            <a:r>
              <a:rPr lang="en-US" sz="2400" dirty="0"/>
              <a:t> </a:t>
            </a:r>
            <a:r>
              <a:rPr lang="en-US" sz="2400" dirty="0" err="1"/>
              <a:t>fikri</a:t>
            </a:r>
            <a:r>
              <a:rPr lang="en-US" sz="2400" dirty="0"/>
              <a:t> </a:t>
            </a:r>
            <a:r>
              <a:rPr lang="en-US" sz="2400" dirty="0" err="1"/>
              <a:t>mülkiyetlerini</a:t>
            </a:r>
            <a:r>
              <a:rPr lang="en-US" sz="2400" dirty="0"/>
              <a:t> </a:t>
            </a:r>
            <a:r>
              <a:rPr lang="en-US" sz="2400" dirty="0" err="1"/>
              <a:t>korumak</a:t>
            </a:r>
            <a:r>
              <a:rPr lang="en-US" sz="2400" dirty="0"/>
              <a:t> için ne </a:t>
            </a:r>
            <a:r>
              <a:rPr lang="en-US" sz="2400" dirty="0" err="1"/>
              <a:t>gibi</a:t>
            </a:r>
            <a:r>
              <a:rPr lang="en-US" sz="2400" dirty="0"/>
              <a:t> </a:t>
            </a:r>
            <a:r>
              <a:rPr lang="en-US" sz="2400" dirty="0" err="1"/>
              <a:t>önlemler</a:t>
            </a:r>
            <a:r>
              <a:rPr lang="en-US" sz="2400" dirty="0"/>
              <a:t> </a:t>
            </a:r>
            <a:r>
              <a:rPr lang="en-US" sz="2400" dirty="0" err="1"/>
              <a:t>alabilir</a:t>
            </a:r>
            <a:r>
              <a:rPr lang="en-US" sz="2400" dirty="0"/>
              <a:t>?
</a:t>
            </a:r>
            <a:r>
              <a:rPr lang="en-US" sz="2400" dirty="0" err="1"/>
              <a:t>Ticari</a:t>
            </a:r>
            <a:r>
              <a:rPr lang="en-US" sz="2400" dirty="0"/>
              <a:t> </a:t>
            </a:r>
            <a:r>
              <a:rPr lang="en-US" sz="2400" dirty="0" err="1"/>
              <a:t>sır</a:t>
            </a:r>
            <a:r>
              <a:rPr lang="en-US" sz="2400" dirty="0"/>
              <a:t>: 
</a:t>
            </a:r>
            <a:r>
              <a:rPr lang="en-US" sz="2400" dirty="0" err="1"/>
              <a:t>Bilginin</a:t>
            </a:r>
            <a:r>
              <a:rPr lang="en-US" sz="2400" dirty="0"/>
              <a:t> </a:t>
            </a:r>
            <a:r>
              <a:rPr lang="en-US" sz="2400" dirty="0" err="1"/>
              <a:t>ekonomik</a:t>
            </a:r>
            <a:r>
              <a:rPr lang="en-US" sz="2400" dirty="0"/>
              <a:t> </a:t>
            </a:r>
            <a:r>
              <a:rPr lang="en-US" sz="2400" dirty="0" err="1"/>
              <a:t>değeri</a:t>
            </a:r>
            <a:r>
              <a:rPr lang="en-US" sz="2400" dirty="0"/>
              <a:t> </a:t>
            </a:r>
            <a:r>
              <a:rPr lang="en-US" sz="2400" dirty="0" err="1"/>
              <a:t>olmalı</a:t>
            </a:r>
            <a:r>
              <a:rPr lang="en-US" sz="2400" dirty="0"/>
              <a:t>, </a:t>
            </a:r>
            <a:r>
              <a:rPr lang="en-US" sz="2400" dirty="0" err="1"/>
              <a:t>kolayca</a:t>
            </a:r>
            <a:r>
              <a:rPr lang="en-US" sz="2400" dirty="0"/>
              <a:t> </a:t>
            </a:r>
            <a:r>
              <a:rPr lang="en-US" sz="2400" dirty="0" err="1"/>
              <a:t>tespit</a:t>
            </a:r>
            <a:r>
              <a:rPr lang="en-US" sz="2400" dirty="0"/>
              <a:t> </a:t>
            </a:r>
            <a:r>
              <a:rPr lang="en-US" sz="2400" dirty="0" err="1"/>
              <a:t>edilememeli</a:t>
            </a:r>
            <a:r>
              <a:rPr lang="en-US" sz="2400" dirty="0"/>
              <a:t> </a:t>
            </a:r>
            <a:r>
              <a:rPr lang="en-US" sz="2400" dirty="0" err="1"/>
              <a:t>ve</a:t>
            </a:r>
            <a:r>
              <a:rPr lang="en-US" sz="2400" dirty="0"/>
              <a:t> </a:t>
            </a:r>
            <a:r>
              <a:rPr lang="en-US" sz="2400" dirty="0" err="1"/>
              <a:t>gizli</a:t>
            </a:r>
            <a:r>
              <a:rPr lang="en-US" sz="2400" dirty="0"/>
              <a:t> </a:t>
            </a:r>
            <a:r>
              <a:rPr lang="en-US" sz="2400" dirty="0" err="1"/>
              <a:t>tutulmalıdır</a:t>
            </a:r>
            <a:r>
              <a:rPr lang="en-US" sz="2400" dirty="0"/>
              <a:t>
</a:t>
            </a:r>
            <a:r>
              <a:rPr lang="en-US" sz="2400" dirty="0" err="1"/>
              <a:t>Koruyanlar</a:t>
            </a:r>
            <a:r>
              <a:rPr lang="en-US" sz="2400" dirty="0"/>
              <a:t>: </a:t>
            </a:r>
            <a:r>
              <a:rPr lang="en-US" sz="2400" dirty="0" err="1"/>
              <a:t>Tekdüzen</a:t>
            </a:r>
            <a:r>
              <a:rPr lang="en-US" sz="2400" dirty="0"/>
              <a:t> </a:t>
            </a:r>
            <a:r>
              <a:rPr lang="en-US" sz="2400" dirty="0" err="1"/>
              <a:t>Ticari</a:t>
            </a:r>
            <a:r>
              <a:rPr lang="en-US" sz="2400" dirty="0"/>
              <a:t> </a:t>
            </a:r>
            <a:r>
              <a:rPr lang="en-US" sz="2400" dirty="0" err="1"/>
              <a:t>Sırlar</a:t>
            </a:r>
            <a:r>
              <a:rPr lang="en-US" sz="2400" dirty="0"/>
              <a:t> </a:t>
            </a:r>
            <a:r>
              <a:rPr lang="en-US" sz="2400" dirty="0" err="1"/>
              <a:t>Yasası</a:t>
            </a:r>
            <a:r>
              <a:rPr lang="en-US" sz="2400" dirty="0"/>
              <a:t>, </a:t>
            </a:r>
            <a:r>
              <a:rPr lang="en-US" sz="2400" dirty="0" err="1"/>
              <a:t>Ekonomik</a:t>
            </a:r>
            <a:r>
              <a:rPr lang="en-US" sz="2400" dirty="0"/>
              <a:t> </a:t>
            </a:r>
            <a:r>
              <a:rPr lang="en-US" sz="2400" dirty="0" err="1"/>
              <a:t>Casusluk</a:t>
            </a:r>
            <a:r>
              <a:rPr lang="en-US" sz="2400" dirty="0"/>
              <a:t> </a:t>
            </a:r>
            <a:r>
              <a:rPr lang="en-US" sz="2400" dirty="0" err="1"/>
              <a:t>Yasası</a:t>
            </a:r>
            <a:r>
              <a:rPr lang="en-US" sz="2400" dirty="0"/>
              <a:t> </a:t>
            </a:r>
            <a:r>
              <a:rPr lang="en-US" sz="2400" dirty="0" err="1"/>
              <a:t>ve</a:t>
            </a:r>
            <a:r>
              <a:rPr lang="en-US" sz="2400" dirty="0"/>
              <a:t> </a:t>
            </a:r>
            <a:r>
              <a:rPr lang="en-US" sz="2400" dirty="0" err="1"/>
              <a:t>Ticari</a:t>
            </a:r>
            <a:r>
              <a:rPr lang="en-US" sz="2400" dirty="0"/>
              <a:t> </a:t>
            </a:r>
            <a:r>
              <a:rPr lang="en-US" sz="2400" dirty="0" err="1"/>
              <a:t>Sırları</a:t>
            </a:r>
            <a:r>
              <a:rPr lang="en-US" sz="2400" dirty="0"/>
              <a:t> </a:t>
            </a:r>
            <a:r>
              <a:rPr lang="en-US" sz="2400" dirty="0" err="1"/>
              <a:t>Savunma</a:t>
            </a:r>
            <a:r>
              <a:rPr lang="en-US" sz="2400" dirty="0"/>
              <a:t> </a:t>
            </a:r>
            <a:r>
              <a:rPr lang="en-US" sz="2400" dirty="0" err="1"/>
              <a:t>Yasası</a:t>
            </a:r>
            <a:r>
              <a:rPr lang="en-US" sz="2400" dirty="0"/>
              <a:t>
</a:t>
            </a:r>
            <a:r>
              <a:rPr lang="en-US" sz="2400" dirty="0" err="1"/>
              <a:t>Ticari</a:t>
            </a:r>
            <a:r>
              <a:rPr lang="en-US" sz="2400" dirty="0"/>
              <a:t> </a:t>
            </a:r>
            <a:r>
              <a:rPr lang="en-US" sz="2400" dirty="0" err="1"/>
              <a:t>sır</a:t>
            </a:r>
            <a:r>
              <a:rPr lang="en-US" sz="2400" dirty="0"/>
              <a:t> </a:t>
            </a:r>
            <a:r>
              <a:rPr lang="en-US" sz="2400" dirty="0" err="1"/>
              <a:t>hukukunun</a:t>
            </a:r>
            <a:r>
              <a:rPr lang="en-US" sz="2400" dirty="0"/>
              <a:t> </a:t>
            </a:r>
            <a:r>
              <a:rPr lang="en-US" sz="2400" dirty="0" err="1"/>
              <a:t>temel</a:t>
            </a:r>
            <a:r>
              <a:rPr lang="en-US" sz="2400" dirty="0"/>
              <a:t> </a:t>
            </a:r>
            <a:r>
              <a:rPr lang="en-US" sz="2400" dirty="0" err="1"/>
              <a:t>avantajları</a:t>
            </a:r>
            <a:r>
              <a:rPr lang="en-US" sz="2400" dirty="0"/>
              <a:t>:
</a:t>
            </a:r>
            <a:r>
              <a:rPr lang="en-US" sz="2400" dirty="0" err="1"/>
              <a:t>Korumada</a:t>
            </a:r>
            <a:r>
              <a:rPr lang="en-US" sz="2400" dirty="0"/>
              <a:t> zaman </a:t>
            </a:r>
            <a:r>
              <a:rPr lang="en-US" sz="2400" dirty="0" err="1"/>
              <a:t>sınırı</a:t>
            </a:r>
            <a:r>
              <a:rPr lang="en-US" sz="2400" dirty="0"/>
              <a:t> yok
</a:t>
            </a:r>
            <a:r>
              <a:rPr lang="en-US" sz="2400" dirty="0" err="1"/>
              <a:t>Koruma</a:t>
            </a:r>
            <a:r>
              <a:rPr lang="en-US" sz="2400" dirty="0"/>
              <a:t> </a:t>
            </a:r>
            <a:r>
              <a:rPr lang="en-US" sz="2400" dirty="0" err="1"/>
              <a:t>almak</a:t>
            </a:r>
            <a:r>
              <a:rPr lang="en-US" sz="2400" dirty="0"/>
              <a:t> için </a:t>
            </a:r>
            <a:r>
              <a:rPr lang="en-US" sz="2400" dirty="0" err="1"/>
              <a:t>başvuruda</a:t>
            </a:r>
            <a:r>
              <a:rPr lang="en-US" sz="2400" dirty="0"/>
              <a:t> </a:t>
            </a:r>
            <a:r>
              <a:rPr lang="en-US" sz="2400" dirty="0" err="1"/>
              <a:t>bulunmanıza</a:t>
            </a:r>
            <a:r>
              <a:rPr lang="en-US" sz="2400" dirty="0"/>
              <a:t> </a:t>
            </a:r>
            <a:r>
              <a:rPr lang="en-US" sz="2400" dirty="0" err="1"/>
              <a:t>gerek</a:t>
            </a:r>
            <a:r>
              <a:rPr lang="en-US" sz="2400" dirty="0"/>
              <a:t> yok
Bir </a:t>
            </a:r>
            <a:r>
              <a:rPr lang="en-US" sz="2400" dirty="0" err="1"/>
              <a:t>ticari</a:t>
            </a:r>
            <a:r>
              <a:rPr lang="en-US" sz="2400" dirty="0"/>
              <a:t> </a:t>
            </a:r>
            <a:r>
              <a:rPr lang="en-US" sz="2400" dirty="0" err="1"/>
              <a:t>sırrın</a:t>
            </a:r>
            <a:r>
              <a:rPr lang="en-US" sz="2400" dirty="0"/>
              <a:t> </a:t>
            </a:r>
            <a:r>
              <a:rPr lang="en-US" sz="2400" dirty="0" err="1"/>
              <a:t>mahkemede</a:t>
            </a:r>
            <a:r>
              <a:rPr lang="en-US" sz="2400" dirty="0"/>
              <a:t> </a:t>
            </a:r>
            <a:r>
              <a:rPr lang="en-US" sz="2400" dirty="0" err="1"/>
              <a:t>geçersiz</a:t>
            </a:r>
            <a:r>
              <a:rPr lang="en-US" sz="2400" dirty="0"/>
              <a:t> </a:t>
            </a:r>
            <a:r>
              <a:rPr lang="en-US" sz="2400" dirty="0" err="1"/>
              <a:t>bulunma</a:t>
            </a:r>
            <a:r>
              <a:rPr lang="en-US" sz="2400" dirty="0"/>
              <a:t> </a:t>
            </a:r>
            <a:r>
              <a:rPr lang="en-US" sz="2400" dirty="0" err="1"/>
              <a:t>riski</a:t>
            </a:r>
            <a:r>
              <a:rPr lang="en-US" sz="2400" dirty="0"/>
              <a:t> </a:t>
            </a:r>
            <a:r>
              <a:rPr lang="en-US" sz="2400" dirty="0" err="1"/>
              <a:t>yoktur</a:t>
            </a:r>
            <a:r>
              <a:rPr lang="en-US" sz="2400" dirty="0"/>
              <a:t> 
</a:t>
            </a:r>
            <a:r>
              <a:rPr lang="en-US" sz="2400" dirty="0" err="1"/>
              <a:t>İşverenler</a:t>
            </a:r>
            <a:r>
              <a:rPr lang="en-US" sz="2400" dirty="0"/>
              <a:t>, </a:t>
            </a:r>
            <a:r>
              <a:rPr lang="en-US" sz="2400" dirty="0" err="1"/>
              <a:t>fikri</a:t>
            </a:r>
            <a:r>
              <a:rPr lang="en-US" sz="2400" dirty="0"/>
              <a:t> </a:t>
            </a:r>
            <a:r>
              <a:rPr lang="en-US" sz="2400" dirty="0" err="1"/>
              <a:t>mülkiyetlerini</a:t>
            </a:r>
            <a:r>
              <a:rPr lang="en-US" sz="2400" dirty="0"/>
              <a:t> </a:t>
            </a:r>
            <a:r>
              <a:rPr lang="en-US" sz="2400" dirty="0" err="1"/>
              <a:t>gizlilik</a:t>
            </a:r>
            <a:r>
              <a:rPr lang="en-US" sz="2400" dirty="0"/>
              <a:t> </a:t>
            </a:r>
            <a:r>
              <a:rPr lang="en-US" sz="2400" dirty="0" err="1"/>
              <a:t>hükümleri</a:t>
            </a:r>
            <a:r>
              <a:rPr lang="en-US" sz="2400" dirty="0"/>
              <a:t> </a:t>
            </a:r>
            <a:r>
              <a:rPr lang="en-US" sz="2400" dirty="0" err="1"/>
              <a:t>ve</a:t>
            </a:r>
            <a:r>
              <a:rPr lang="en-US" sz="2400" dirty="0"/>
              <a:t> </a:t>
            </a:r>
            <a:r>
              <a:rPr lang="en-US" sz="2400" dirty="0" err="1"/>
              <a:t>rekabet</a:t>
            </a:r>
            <a:r>
              <a:rPr lang="en-US" sz="2400" dirty="0"/>
              <a:t> </a:t>
            </a:r>
            <a:r>
              <a:rPr lang="en-US" sz="2400" dirty="0" err="1"/>
              <a:t>etmeme</a:t>
            </a:r>
            <a:r>
              <a:rPr lang="en-US" sz="2400" dirty="0"/>
              <a:t> </a:t>
            </a:r>
            <a:r>
              <a:rPr lang="en-US" sz="2400" dirty="0" err="1"/>
              <a:t>anlaşmaları</a:t>
            </a:r>
            <a:r>
              <a:rPr lang="en-US" sz="2400" dirty="0"/>
              <a:t> </a:t>
            </a:r>
            <a:r>
              <a:rPr lang="en-US" sz="2400" dirty="0" err="1"/>
              <a:t>yoluyla</a:t>
            </a:r>
            <a:r>
              <a:rPr lang="en-US" sz="2400" dirty="0"/>
              <a:t> </a:t>
            </a:r>
            <a:r>
              <a:rPr lang="en-US" sz="2400" dirty="0" err="1"/>
              <a:t>korurlar</a:t>
            </a:r>
            <a:endParaRPr lang="en-US" sz="2500" dirty="0"/>
          </a:p>
          <a:p>
            <a:pPr lvl="1">
              <a:buClr>
                <a:schemeClr val="accent2"/>
              </a:buClr>
            </a:pPr>
            <a:endParaRPr lang="en-US" sz="28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4</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267397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066800"/>
            <a:ext cx="8415338" cy="5352234"/>
          </a:xfrm>
        </p:spPr>
        <p:txBody>
          <a:bodyPr/>
          <a:lstStyle/>
          <a:p>
            <a:r>
              <a:rPr lang="en-US" sz="2700" dirty="0" err="1"/>
              <a:t>Fikri</a:t>
            </a:r>
            <a:r>
              <a:rPr lang="en-US" sz="2700" dirty="0"/>
              <a:t> </a:t>
            </a:r>
            <a:r>
              <a:rPr lang="en-US" sz="2700" dirty="0" err="1"/>
              <a:t>mülkiyetin</a:t>
            </a:r>
            <a:r>
              <a:rPr lang="en-US" sz="2700" dirty="0"/>
              <a:t> </a:t>
            </a:r>
            <a:r>
              <a:rPr lang="en-US" sz="2700" dirty="0" err="1"/>
              <a:t>korunmasıyla</a:t>
            </a:r>
            <a:r>
              <a:rPr lang="en-US" sz="2700" dirty="0"/>
              <a:t> </a:t>
            </a:r>
            <a:r>
              <a:rPr lang="en-US" sz="2700" dirty="0" err="1"/>
              <a:t>ilgili</a:t>
            </a:r>
            <a:r>
              <a:rPr lang="en-US" sz="2700" dirty="0"/>
              <a:t> </a:t>
            </a:r>
            <a:r>
              <a:rPr lang="en-US" sz="2700" dirty="0" err="1"/>
              <a:t>güncel</a:t>
            </a:r>
            <a:r>
              <a:rPr lang="en-US" sz="2700" dirty="0"/>
              <a:t> </a:t>
            </a:r>
            <a:r>
              <a:rPr lang="en-US" sz="2700" dirty="0" err="1"/>
              <a:t>konulardan</a:t>
            </a:r>
            <a:r>
              <a:rPr lang="en-US" sz="2700" dirty="0"/>
              <a:t> </a:t>
            </a:r>
            <a:r>
              <a:rPr lang="en-US" sz="2700" dirty="0" err="1"/>
              <a:t>bazıları</a:t>
            </a:r>
            <a:r>
              <a:rPr lang="en-US" sz="2700" dirty="0"/>
              <a:t> </a:t>
            </a:r>
            <a:r>
              <a:rPr lang="en-US" sz="2700" dirty="0" err="1"/>
              <a:t>nelerdir</a:t>
            </a:r>
            <a:r>
              <a:rPr lang="en-US" sz="2700" dirty="0"/>
              <a:t>?
</a:t>
            </a:r>
            <a:r>
              <a:rPr lang="en-US" sz="2700" dirty="0" err="1"/>
              <a:t>İntihal</a:t>
            </a:r>
            <a:r>
              <a:rPr lang="en-US" sz="2700" dirty="0"/>
              <a:t>: </a:t>
            </a:r>
            <a:r>
              <a:rPr lang="en-US" sz="2700" dirty="0" err="1"/>
              <a:t>Birinin</a:t>
            </a:r>
            <a:r>
              <a:rPr lang="en-US" sz="2700" dirty="0"/>
              <a:t> </a:t>
            </a:r>
            <a:r>
              <a:rPr lang="en-US" sz="2700" dirty="0" err="1"/>
              <a:t>fikirlerini</a:t>
            </a:r>
            <a:r>
              <a:rPr lang="en-US" sz="2700" dirty="0"/>
              <a:t> </a:t>
            </a:r>
            <a:r>
              <a:rPr lang="en-US" sz="2700" dirty="0" err="1"/>
              <a:t>veya</a:t>
            </a:r>
            <a:r>
              <a:rPr lang="en-US" sz="2700" dirty="0"/>
              <a:t> </a:t>
            </a:r>
            <a:r>
              <a:rPr lang="en-US" sz="2700" dirty="0" err="1"/>
              <a:t>sözlerini</a:t>
            </a:r>
            <a:r>
              <a:rPr lang="en-US" sz="2700" dirty="0"/>
              <a:t> </a:t>
            </a:r>
            <a:r>
              <a:rPr lang="en-US" sz="2700" dirty="0" err="1"/>
              <a:t>çalmak</a:t>
            </a:r>
            <a:r>
              <a:rPr lang="en-US" sz="2700" dirty="0"/>
              <a:t> </a:t>
            </a:r>
            <a:r>
              <a:rPr lang="en-US" sz="2700" dirty="0" err="1"/>
              <a:t>ve</a:t>
            </a:r>
            <a:r>
              <a:rPr lang="en-US" sz="2700" dirty="0"/>
              <a:t> </a:t>
            </a:r>
            <a:r>
              <a:rPr lang="en-US" sz="2700" dirty="0" err="1"/>
              <a:t>bunları</a:t>
            </a:r>
            <a:r>
              <a:rPr lang="en-US" sz="2700" dirty="0"/>
              <a:t> </a:t>
            </a:r>
            <a:r>
              <a:rPr lang="en-US" sz="2700" dirty="0" err="1"/>
              <a:t>kendisininmiş</a:t>
            </a:r>
            <a:r>
              <a:rPr lang="en-US" sz="2700" dirty="0"/>
              <a:t> </a:t>
            </a:r>
            <a:r>
              <a:rPr lang="en-US" sz="2700" dirty="0" err="1"/>
              <a:t>gibi</a:t>
            </a:r>
            <a:r>
              <a:rPr lang="en-US" sz="2700" dirty="0"/>
              <a:t> </a:t>
            </a:r>
            <a:r>
              <a:rPr lang="en-US" sz="2700" dirty="0" err="1"/>
              <a:t>göstermek</a:t>
            </a:r>
            <a:r>
              <a:rPr lang="en-US" sz="2700" dirty="0"/>
              <a:t>
</a:t>
            </a:r>
            <a:r>
              <a:rPr lang="en-US" sz="2700" dirty="0" err="1"/>
              <a:t>Tersine</a:t>
            </a:r>
            <a:r>
              <a:rPr lang="en-US" sz="2700" dirty="0"/>
              <a:t> </a:t>
            </a:r>
            <a:r>
              <a:rPr lang="en-US" sz="2700" dirty="0" err="1"/>
              <a:t>mühendislik</a:t>
            </a:r>
            <a:r>
              <a:rPr lang="en-US" sz="2700" dirty="0"/>
              <a:t>: Bir </a:t>
            </a:r>
            <a:r>
              <a:rPr lang="en-US" sz="2700" dirty="0" err="1"/>
              <a:t>şeyi</a:t>
            </a:r>
            <a:r>
              <a:rPr lang="en-US" sz="2700" dirty="0"/>
              <a:t> </a:t>
            </a:r>
            <a:r>
              <a:rPr lang="en-US" sz="2700" dirty="0" err="1"/>
              <a:t>anlamak</a:t>
            </a:r>
            <a:r>
              <a:rPr lang="en-US" sz="2700" dirty="0"/>
              <a:t>, </a:t>
            </a:r>
            <a:r>
              <a:rPr lang="en-US" sz="2700" dirty="0" err="1"/>
              <a:t>bir</a:t>
            </a:r>
            <a:r>
              <a:rPr lang="en-US" sz="2700" dirty="0"/>
              <a:t> </a:t>
            </a:r>
            <a:r>
              <a:rPr lang="en-US" sz="2700" dirty="0" err="1"/>
              <a:t>kopyasını</a:t>
            </a:r>
            <a:r>
              <a:rPr lang="en-US" sz="2700" dirty="0"/>
              <a:t> </a:t>
            </a:r>
            <a:r>
              <a:rPr lang="en-US" sz="2700" dirty="0" err="1"/>
              <a:t>oluşturmak</a:t>
            </a:r>
            <a:r>
              <a:rPr lang="en-US" sz="2700" dirty="0"/>
              <a:t> </a:t>
            </a:r>
            <a:r>
              <a:rPr lang="en-US" sz="2700" dirty="0" err="1"/>
              <a:t>veya</a:t>
            </a:r>
            <a:r>
              <a:rPr lang="en-US" sz="2700" dirty="0"/>
              <a:t> </a:t>
            </a:r>
            <a:r>
              <a:rPr lang="en-US" sz="2700" dirty="0" err="1"/>
              <a:t>geliştirmek</a:t>
            </a:r>
            <a:r>
              <a:rPr lang="en-US" sz="2700" dirty="0"/>
              <a:t> için </a:t>
            </a:r>
            <a:r>
              <a:rPr lang="en-US" sz="2700" dirty="0" err="1"/>
              <a:t>parçalamak</a:t>
            </a:r>
            <a:r>
              <a:rPr lang="en-US" sz="2700" dirty="0"/>
              <a:t>
</a:t>
            </a:r>
            <a:r>
              <a:rPr lang="en-US" sz="2700" dirty="0" err="1"/>
              <a:t>Açık</a:t>
            </a:r>
            <a:r>
              <a:rPr lang="en-US" sz="2700" dirty="0"/>
              <a:t> </a:t>
            </a:r>
            <a:r>
              <a:rPr lang="en-US" sz="2700" dirty="0" err="1"/>
              <a:t>kaynak</a:t>
            </a:r>
            <a:r>
              <a:rPr lang="en-US" sz="2700" dirty="0"/>
              <a:t> </a:t>
            </a:r>
            <a:r>
              <a:rPr lang="en-US" sz="2700" dirty="0" err="1"/>
              <a:t>kodu</a:t>
            </a:r>
            <a:r>
              <a:rPr lang="en-US" sz="2700" dirty="0"/>
              <a:t>: Kaynak </a:t>
            </a:r>
            <a:r>
              <a:rPr lang="en-US" sz="2700" dirty="0" err="1"/>
              <a:t>kodu</a:t>
            </a:r>
            <a:r>
              <a:rPr lang="en-US" sz="2700" dirty="0"/>
              <a:t>, </a:t>
            </a:r>
            <a:r>
              <a:rPr lang="en-US" sz="2700" dirty="0" err="1"/>
              <a:t>kullanıcıların</a:t>
            </a:r>
            <a:r>
              <a:rPr lang="en-US" sz="2700" dirty="0"/>
              <a:t> </a:t>
            </a:r>
            <a:r>
              <a:rPr lang="en-US" sz="2700" dirty="0" err="1"/>
              <a:t>veya</a:t>
            </a:r>
            <a:r>
              <a:rPr lang="en-US" sz="2700" dirty="0"/>
              <a:t> </a:t>
            </a:r>
            <a:r>
              <a:rPr lang="en-US" sz="2700" dirty="0" err="1"/>
              <a:t>diğer</a:t>
            </a:r>
            <a:r>
              <a:rPr lang="en-US" sz="2700" dirty="0"/>
              <a:t> </a:t>
            </a:r>
            <a:r>
              <a:rPr lang="en-US" sz="2700" dirty="0" err="1"/>
              <a:t>geliştiricilerin</a:t>
            </a:r>
            <a:r>
              <a:rPr lang="en-US" sz="2700" dirty="0"/>
              <a:t> </a:t>
            </a:r>
            <a:r>
              <a:rPr lang="en-US" sz="2700" dirty="0" err="1"/>
              <a:t>uygun</a:t>
            </a:r>
            <a:r>
              <a:rPr lang="en-US" sz="2700" dirty="0"/>
              <a:t> </a:t>
            </a:r>
            <a:r>
              <a:rPr lang="en-US" sz="2700" dirty="0" err="1"/>
              <a:t>gördüğü</a:t>
            </a:r>
            <a:r>
              <a:rPr lang="en-US" sz="2700" dirty="0"/>
              <a:t> </a:t>
            </a:r>
            <a:r>
              <a:rPr lang="en-US" sz="2700" dirty="0" err="1"/>
              <a:t>şekilde</a:t>
            </a:r>
            <a:r>
              <a:rPr lang="en-US" sz="2700" dirty="0"/>
              <a:t> </a:t>
            </a:r>
            <a:r>
              <a:rPr lang="en-US" sz="2700" dirty="0" err="1"/>
              <a:t>kullanıma</a:t>
            </a:r>
            <a:r>
              <a:rPr lang="en-US" sz="2700" dirty="0"/>
              <a:t> </a:t>
            </a:r>
            <a:r>
              <a:rPr lang="en-US" sz="2700" dirty="0" err="1"/>
              <a:t>veya</a:t>
            </a:r>
            <a:r>
              <a:rPr lang="en-US" sz="2700" dirty="0"/>
              <a:t> </a:t>
            </a:r>
            <a:r>
              <a:rPr lang="en-US" sz="2700" dirty="0" err="1"/>
              <a:t>değiştirilmeye</a:t>
            </a:r>
            <a:r>
              <a:rPr lang="en-US" sz="2700" dirty="0"/>
              <a:t> </a:t>
            </a:r>
            <a:r>
              <a:rPr lang="en-US" sz="2700" dirty="0" err="1"/>
              <a:t>hazır</a:t>
            </a:r>
            <a:r>
              <a:rPr lang="en-US" sz="2700" dirty="0"/>
              <a:t> hale </a:t>
            </a:r>
            <a:r>
              <a:rPr lang="en-US" sz="2700" dirty="0" err="1"/>
              <a:t>getirilen</a:t>
            </a:r>
            <a:r>
              <a:rPr lang="en-US" sz="2700" dirty="0"/>
              <a:t> </a:t>
            </a:r>
            <a:r>
              <a:rPr lang="en-US" sz="2700" dirty="0" err="1"/>
              <a:t>herhangi</a:t>
            </a:r>
            <a:r>
              <a:rPr lang="en-US" sz="2700" dirty="0"/>
              <a:t> </a:t>
            </a:r>
            <a:r>
              <a:rPr lang="en-US" sz="2700" dirty="0" err="1"/>
              <a:t>bir</a:t>
            </a:r>
            <a:r>
              <a:rPr lang="en-US" sz="2700" dirty="0"/>
              <a:t> program. 
</a:t>
            </a:r>
            <a:r>
              <a:rPr lang="en-US" sz="2700" dirty="0" err="1"/>
              <a:t>Açık</a:t>
            </a:r>
            <a:r>
              <a:rPr lang="en-US" sz="2700" dirty="0"/>
              <a:t> </a:t>
            </a:r>
            <a:r>
              <a:rPr lang="en-US" sz="2700" dirty="0" err="1"/>
              <a:t>kaynak</a:t>
            </a:r>
            <a:r>
              <a:rPr lang="en-US" sz="2700" dirty="0"/>
              <a:t> </a:t>
            </a:r>
            <a:r>
              <a:rPr lang="en-US" sz="2700" dirty="0" err="1"/>
              <a:t>kodunun</a:t>
            </a:r>
            <a:r>
              <a:rPr lang="en-US" sz="2700" dirty="0"/>
              <a:t> </a:t>
            </a:r>
            <a:r>
              <a:rPr lang="en-US" sz="2700" dirty="0" err="1"/>
              <a:t>arkasındaki</a:t>
            </a:r>
            <a:r>
              <a:rPr lang="en-US" sz="2700" dirty="0"/>
              <a:t> </a:t>
            </a:r>
            <a:r>
              <a:rPr lang="en-US" sz="2700" dirty="0" err="1"/>
              <a:t>temel</a:t>
            </a:r>
            <a:r>
              <a:rPr lang="en-US" sz="2700" dirty="0"/>
              <a:t> </a:t>
            </a:r>
            <a:r>
              <a:rPr lang="en-US" sz="2700" dirty="0" err="1"/>
              <a:t>öncül</a:t>
            </a:r>
            <a:r>
              <a:rPr lang="en-US" sz="2700" dirty="0"/>
              <a:t>, </a:t>
            </a:r>
            <a:r>
              <a:rPr lang="en-US" sz="2700" dirty="0" err="1"/>
              <a:t>birçok</a:t>
            </a:r>
            <a:r>
              <a:rPr lang="en-US" sz="2700" dirty="0"/>
              <a:t> </a:t>
            </a:r>
            <a:r>
              <a:rPr lang="en-US" sz="2700" dirty="0" err="1"/>
              <a:t>programcı</a:t>
            </a:r>
            <a:r>
              <a:rPr lang="en-US" sz="2700" dirty="0"/>
              <a:t> </a:t>
            </a:r>
            <a:r>
              <a:rPr lang="en-US" sz="2700" dirty="0" err="1"/>
              <a:t>onu</a:t>
            </a:r>
            <a:r>
              <a:rPr lang="en-US" sz="2700" dirty="0"/>
              <a:t> </a:t>
            </a:r>
            <a:r>
              <a:rPr lang="en-US" sz="2700" dirty="0" err="1"/>
              <a:t>okuyabildiğinde</a:t>
            </a:r>
            <a:r>
              <a:rPr lang="en-US" sz="2700" dirty="0"/>
              <a:t>, </a:t>
            </a:r>
            <a:r>
              <a:rPr lang="en-US" sz="2700" dirty="0" err="1"/>
              <a:t>yeniden</a:t>
            </a:r>
            <a:r>
              <a:rPr lang="en-US" sz="2700" dirty="0"/>
              <a:t> </a:t>
            </a:r>
            <a:r>
              <a:rPr lang="en-US" sz="2700" dirty="0" err="1"/>
              <a:t>dağıtabildiğinde</a:t>
            </a:r>
            <a:r>
              <a:rPr lang="en-US" sz="2700" dirty="0"/>
              <a:t> </a:t>
            </a:r>
            <a:r>
              <a:rPr lang="en-US" sz="2700" dirty="0" err="1"/>
              <a:t>ve</a:t>
            </a:r>
            <a:r>
              <a:rPr lang="en-US" sz="2700" dirty="0"/>
              <a:t> </a:t>
            </a:r>
            <a:r>
              <a:rPr lang="en-US" sz="2700" dirty="0" err="1"/>
              <a:t>değiştirebildiğinde</a:t>
            </a:r>
            <a:r>
              <a:rPr lang="en-US" sz="2700" dirty="0"/>
              <a:t>, </a:t>
            </a:r>
            <a:r>
              <a:rPr lang="en-US" sz="2700" dirty="0" err="1"/>
              <a:t>yazılımın</a:t>
            </a:r>
            <a:r>
              <a:rPr lang="en-US" sz="2700" dirty="0"/>
              <a:t> </a:t>
            </a:r>
            <a:r>
              <a:rPr lang="en-US" sz="2700" dirty="0" err="1"/>
              <a:t>geliştiğidir</a:t>
            </a:r>
            <a:r>
              <a:rPr lang="en-US" sz="2700" dirty="0"/>
              <a:t>.</a:t>
            </a:r>
            <a:endParaRPr lang="en-US" sz="28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5</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755151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066800"/>
            <a:ext cx="8415338" cy="5344540"/>
          </a:xfrm>
        </p:spPr>
        <p:txBody>
          <a:bodyPr/>
          <a:lstStyle/>
          <a:p>
            <a:r>
              <a:rPr lang="en-US" sz="2700" dirty="0" err="1"/>
              <a:t>Fikri</a:t>
            </a:r>
            <a:r>
              <a:rPr lang="en-US" sz="2700" dirty="0"/>
              <a:t> </a:t>
            </a:r>
            <a:r>
              <a:rPr lang="en-US" sz="2700" dirty="0" err="1"/>
              <a:t>mülkiyetin</a:t>
            </a:r>
            <a:r>
              <a:rPr lang="en-US" sz="2700" dirty="0"/>
              <a:t> </a:t>
            </a:r>
            <a:r>
              <a:rPr lang="en-US" sz="2700" dirty="0" err="1"/>
              <a:t>korunmasıyla</a:t>
            </a:r>
            <a:r>
              <a:rPr lang="en-US" sz="2700" dirty="0"/>
              <a:t> </a:t>
            </a:r>
            <a:r>
              <a:rPr lang="en-US" sz="2700" dirty="0" err="1"/>
              <a:t>ilgili</a:t>
            </a:r>
            <a:r>
              <a:rPr lang="en-US" sz="2700" dirty="0"/>
              <a:t> </a:t>
            </a:r>
            <a:r>
              <a:rPr lang="en-US" sz="2700" dirty="0" err="1"/>
              <a:t>güncel</a:t>
            </a:r>
            <a:r>
              <a:rPr lang="en-US" sz="2700" dirty="0"/>
              <a:t> </a:t>
            </a:r>
            <a:r>
              <a:rPr lang="en-US" sz="2700" dirty="0" err="1"/>
              <a:t>konulardan</a:t>
            </a:r>
            <a:r>
              <a:rPr lang="en-US" sz="2700" dirty="0"/>
              <a:t> </a:t>
            </a:r>
            <a:r>
              <a:rPr lang="en-US" sz="2700" dirty="0" err="1"/>
              <a:t>bazıları</a:t>
            </a:r>
            <a:r>
              <a:rPr lang="en-US" sz="2700" dirty="0"/>
              <a:t> </a:t>
            </a:r>
            <a:r>
              <a:rPr lang="en-US" sz="2700" dirty="0" err="1"/>
              <a:t>nelerdir</a:t>
            </a:r>
            <a:r>
              <a:rPr lang="en-US" sz="2700" dirty="0"/>
              <a:t>?</a:t>
            </a:r>
          </a:p>
          <a:p>
            <a:r>
              <a:rPr lang="en-US" sz="2800" dirty="0" err="1"/>
              <a:t>Rekabetçi</a:t>
            </a:r>
            <a:r>
              <a:rPr lang="en-US" sz="2800" dirty="0"/>
              <a:t> </a:t>
            </a:r>
            <a:r>
              <a:rPr lang="en-US" sz="2800" dirty="0" err="1"/>
              <a:t>istihbarat</a:t>
            </a:r>
            <a:r>
              <a:rPr lang="en-US" sz="2800" dirty="0"/>
              <a:t>: Bir </a:t>
            </a:r>
            <a:r>
              <a:rPr lang="en-US" sz="2800" dirty="0" err="1"/>
              <a:t>şirketin</a:t>
            </a:r>
            <a:r>
              <a:rPr lang="en-US" sz="2800" dirty="0"/>
              <a:t> </a:t>
            </a:r>
            <a:r>
              <a:rPr lang="en-US" sz="2800" dirty="0" err="1"/>
              <a:t>rakiplerine</a:t>
            </a:r>
            <a:r>
              <a:rPr lang="en-US" sz="2800" dirty="0"/>
              <a:t> </a:t>
            </a:r>
            <a:r>
              <a:rPr lang="en-US" sz="2800" dirty="0" err="1"/>
              <a:t>karşı</a:t>
            </a:r>
            <a:r>
              <a:rPr lang="en-US" sz="2800" dirty="0"/>
              <a:t> </a:t>
            </a:r>
            <a:r>
              <a:rPr lang="en-US" sz="2800" dirty="0" err="1"/>
              <a:t>avantaj</a:t>
            </a:r>
            <a:r>
              <a:rPr lang="en-US" sz="2800" dirty="0"/>
              <a:t> </a:t>
            </a:r>
            <a:r>
              <a:rPr lang="en-US" sz="2800" dirty="0" err="1"/>
              <a:t>elde</a:t>
            </a:r>
            <a:r>
              <a:rPr lang="en-US" sz="2800" dirty="0"/>
              <a:t> </a:t>
            </a:r>
            <a:r>
              <a:rPr lang="en-US" sz="2800" dirty="0" err="1"/>
              <a:t>etmesine</a:t>
            </a:r>
            <a:r>
              <a:rPr lang="en-US" sz="2800" dirty="0"/>
              <a:t> </a:t>
            </a:r>
            <a:r>
              <a:rPr lang="en-US" sz="2800" dirty="0" err="1"/>
              <a:t>yardımcı</a:t>
            </a:r>
            <a:r>
              <a:rPr lang="en-US" sz="2800" dirty="0"/>
              <a:t> </a:t>
            </a:r>
            <a:r>
              <a:rPr lang="en-US" sz="2800" dirty="0" err="1"/>
              <a:t>olmak</a:t>
            </a:r>
            <a:r>
              <a:rPr lang="en-US" sz="2800" dirty="0"/>
              <a:t> için </a:t>
            </a:r>
            <a:r>
              <a:rPr lang="en-US" sz="2800" dirty="0" err="1"/>
              <a:t>toplanan</a:t>
            </a:r>
            <a:r>
              <a:rPr lang="en-US" sz="2800" dirty="0"/>
              <a:t> </a:t>
            </a:r>
            <a:r>
              <a:rPr lang="en-US" sz="2800" dirty="0" err="1"/>
              <a:t>yasal</a:t>
            </a:r>
            <a:r>
              <a:rPr lang="en-US" sz="2800" dirty="0"/>
              <a:t> </a:t>
            </a:r>
            <a:r>
              <a:rPr lang="en-US" sz="2800" dirty="0" err="1"/>
              <a:t>olarak</a:t>
            </a:r>
            <a:r>
              <a:rPr lang="en-US" sz="2800" dirty="0"/>
              <a:t> </a:t>
            </a:r>
            <a:r>
              <a:rPr lang="en-US" sz="2800" dirty="0" err="1"/>
              <a:t>elde</a:t>
            </a:r>
            <a:r>
              <a:rPr lang="en-US" sz="2800" dirty="0"/>
              <a:t> </a:t>
            </a:r>
            <a:r>
              <a:rPr lang="en-US" sz="2800" dirty="0" err="1"/>
              <a:t>edilen</a:t>
            </a:r>
            <a:r>
              <a:rPr lang="en-US" sz="2800" dirty="0"/>
              <a:t> </a:t>
            </a:r>
            <a:r>
              <a:rPr lang="en-US" sz="2800" dirty="0" err="1"/>
              <a:t>bilgiler</a:t>
            </a:r>
            <a:r>
              <a:rPr lang="en-US" sz="2800" dirty="0"/>
              <a:t>; </a:t>
            </a:r>
            <a:r>
              <a:rPr lang="en-US" sz="2800" dirty="0" err="1"/>
              <a:t>Endüstriyel</a:t>
            </a:r>
            <a:r>
              <a:rPr lang="en-US" sz="2800" dirty="0"/>
              <a:t> </a:t>
            </a:r>
            <a:r>
              <a:rPr lang="en-US" sz="2800" dirty="0" err="1"/>
              <a:t>casuslukla</a:t>
            </a:r>
            <a:r>
              <a:rPr lang="en-US" sz="2800" dirty="0"/>
              <a:t> </a:t>
            </a:r>
            <a:r>
              <a:rPr lang="en-US" sz="2800" dirty="0" err="1"/>
              <a:t>aynı</a:t>
            </a:r>
            <a:r>
              <a:rPr lang="en-US" sz="2800" dirty="0"/>
              <a:t> </a:t>
            </a:r>
            <a:r>
              <a:rPr lang="en-US" sz="2800" dirty="0" err="1"/>
              <a:t>şey</a:t>
            </a:r>
            <a:r>
              <a:rPr lang="en-US" sz="2800" dirty="0"/>
              <a:t> </a:t>
            </a:r>
            <a:r>
              <a:rPr lang="en-US" sz="2800" dirty="0" err="1"/>
              <a:t>değil</a:t>
            </a:r>
            <a:r>
              <a:rPr lang="en-US" sz="2800" dirty="0"/>
              <a:t>
 </a:t>
            </a:r>
            <a:r>
              <a:rPr lang="en-US" sz="2800" dirty="0" err="1"/>
              <a:t>Rekabetçi</a:t>
            </a:r>
            <a:r>
              <a:rPr lang="en-US" sz="2800" dirty="0"/>
              <a:t> </a:t>
            </a:r>
            <a:r>
              <a:rPr lang="en-US" sz="2800" dirty="0" err="1"/>
              <a:t>istihbarat</a:t>
            </a:r>
            <a:r>
              <a:rPr lang="en-US" sz="2800" dirty="0"/>
              <a:t> </a:t>
            </a:r>
            <a:r>
              <a:rPr lang="en-US" sz="2800" dirty="0" err="1"/>
              <a:t>analistleri</a:t>
            </a:r>
            <a:r>
              <a:rPr lang="en-US" sz="2800" dirty="0"/>
              <a:t>, </a:t>
            </a:r>
            <a:r>
              <a:rPr lang="en-US" sz="2800" dirty="0" err="1"/>
              <a:t>yalan</a:t>
            </a:r>
            <a:r>
              <a:rPr lang="en-US" sz="2800" dirty="0"/>
              <a:t> </a:t>
            </a:r>
            <a:r>
              <a:rPr lang="en-US" sz="2800" dirty="0" err="1"/>
              <a:t>söyleme</a:t>
            </a:r>
            <a:r>
              <a:rPr lang="en-US" sz="2800" dirty="0"/>
              <a:t>, </a:t>
            </a:r>
            <a:r>
              <a:rPr lang="en-US" sz="2800" dirty="0" err="1"/>
              <a:t>yanlış</a:t>
            </a:r>
            <a:r>
              <a:rPr lang="en-US" sz="2800" dirty="0"/>
              <a:t> </a:t>
            </a:r>
            <a:r>
              <a:rPr lang="en-US" sz="2800" dirty="0" err="1"/>
              <a:t>beyan</a:t>
            </a:r>
            <a:r>
              <a:rPr lang="en-US" sz="2800" dirty="0"/>
              <a:t>, </a:t>
            </a:r>
            <a:r>
              <a:rPr lang="en-US" sz="2800" dirty="0" err="1"/>
              <a:t>hırsızlık</a:t>
            </a:r>
            <a:r>
              <a:rPr lang="en-US" sz="2800" dirty="0"/>
              <a:t>, </a:t>
            </a:r>
            <a:r>
              <a:rPr lang="en-US" sz="2800" dirty="0" err="1"/>
              <a:t>rüşvet</a:t>
            </a:r>
            <a:r>
              <a:rPr lang="en-US" sz="2800" dirty="0"/>
              <a:t> </a:t>
            </a:r>
            <a:r>
              <a:rPr lang="en-US" sz="2800" dirty="0" err="1"/>
              <a:t>veya</a:t>
            </a:r>
            <a:r>
              <a:rPr lang="en-US" sz="2800" dirty="0"/>
              <a:t> </a:t>
            </a:r>
            <a:r>
              <a:rPr lang="en-US" sz="2800" dirty="0" err="1"/>
              <a:t>yasa</a:t>
            </a:r>
            <a:r>
              <a:rPr lang="en-US" sz="2800" dirty="0"/>
              <a:t> </a:t>
            </a:r>
            <a:r>
              <a:rPr lang="en-US" sz="2800" dirty="0" err="1"/>
              <a:t>dışı</a:t>
            </a:r>
            <a:r>
              <a:rPr lang="en-US" sz="2800" dirty="0"/>
              <a:t> </a:t>
            </a:r>
            <a:r>
              <a:rPr lang="en-US" sz="2800" dirty="0" err="1"/>
              <a:t>cihazlarla</a:t>
            </a:r>
            <a:r>
              <a:rPr lang="en-US" sz="2800" dirty="0"/>
              <a:t> </a:t>
            </a:r>
            <a:r>
              <a:rPr lang="en-US" sz="2800" dirty="0" err="1"/>
              <a:t>gizlice</a:t>
            </a:r>
            <a:r>
              <a:rPr lang="en-US" sz="2800" dirty="0"/>
              <a:t> </a:t>
            </a:r>
            <a:r>
              <a:rPr lang="en-US" sz="2800" dirty="0" err="1"/>
              <a:t>dinleme</a:t>
            </a:r>
            <a:r>
              <a:rPr lang="en-US" sz="2800" dirty="0"/>
              <a:t> </a:t>
            </a:r>
            <a:r>
              <a:rPr lang="en-US" sz="2800" dirty="0" err="1"/>
              <a:t>dahil</a:t>
            </a:r>
            <a:r>
              <a:rPr lang="en-US" sz="2800" dirty="0"/>
              <a:t> </a:t>
            </a:r>
            <a:r>
              <a:rPr lang="en-US" sz="2800" dirty="0" err="1"/>
              <a:t>olmak</a:t>
            </a:r>
            <a:r>
              <a:rPr lang="en-US" sz="2800" dirty="0"/>
              <a:t> </a:t>
            </a:r>
            <a:r>
              <a:rPr lang="en-US" sz="2800" dirty="0" err="1"/>
              <a:t>üzere</a:t>
            </a:r>
            <a:r>
              <a:rPr lang="en-US" sz="2800" dirty="0"/>
              <a:t> </a:t>
            </a:r>
            <a:r>
              <a:rPr lang="en-US" sz="2800" dirty="0" err="1"/>
              <a:t>etik</a:t>
            </a:r>
            <a:r>
              <a:rPr lang="en-US" sz="2800" dirty="0"/>
              <a:t> </a:t>
            </a:r>
            <a:r>
              <a:rPr lang="en-US" sz="2800" dirty="0" err="1"/>
              <a:t>olmayan</a:t>
            </a:r>
            <a:r>
              <a:rPr lang="en-US" sz="2800" dirty="0"/>
              <a:t> </a:t>
            </a:r>
            <a:r>
              <a:rPr lang="en-US" sz="2800" dirty="0" err="1"/>
              <a:t>veya</a:t>
            </a:r>
            <a:r>
              <a:rPr lang="en-US" sz="2800" dirty="0"/>
              <a:t> </a:t>
            </a:r>
            <a:r>
              <a:rPr lang="en-US" sz="2800" dirty="0" err="1"/>
              <a:t>yasa</a:t>
            </a:r>
            <a:r>
              <a:rPr lang="en-US" sz="2800" dirty="0"/>
              <a:t> </a:t>
            </a:r>
            <a:r>
              <a:rPr lang="en-US" sz="2800" dirty="0" err="1"/>
              <a:t>dışı</a:t>
            </a:r>
            <a:r>
              <a:rPr lang="en-US" sz="2800" dirty="0"/>
              <a:t> </a:t>
            </a:r>
            <a:r>
              <a:rPr lang="en-US" sz="2800" dirty="0" err="1"/>
              <a:t>davranışlardan</a:t>
            </a:r>
            <a:r>
              <a:rPr lang="en-US" sz="2800" dirty="0"/>
              <a:t> </a:t>
            </a:r>
            <a:r>
              <a:rPr lang="en-US" sz="2800" dirty="0" err="1"/>
              <a:t>kaçınmalıdır</a:t>
            </a:r>
            <a:r>
              <a:rPr lang="en-US" sz="2800" dirty="0"/>
              <a:t>.
</a:t>
            </a:r>
            <a:r>
              <a:rPr lang="en-US" sz="2800" dirty="0" err="1"/>
              <a:t>Ticari</a:t>
            </a:r>
            <a:r>
              <a:rPr lang="en-US" sz="2800" dirty="0"/>
              <a:t> </a:t>
            </a:r>
            <a:r>
              <a:rPr lang="en-US" sz="2800" dirty="0" err="1"/>
              <a:t>marka</a:t>
            </a:r>
            <a:r>
              <a:rPr lang="en-US" sz="2800" dirty="0"/>
              <a:t>: Bir </a:t>
            </a:r>
            <a:r>
              <a:rPr lang="en-US" sz="2800" dirty="0" err="1"/>
              <a:t>tüketicinin</a:t>
            </a:r>
            <a:r>
              <a:rPr lang="en-US" sz="2800" dirty="0"/>
              <a:t> </a:t>
            </a:r>
            <a:r>
              <a:rPr lang="en-US" sz="2800" dirty="0" err="1"/>
              <a:t>bir</a:t>
            </a:r>
            <a:r>
              <a:rPr lang="en-US" sz="2800" dirty="0"/>
              <a:t> </a:t>
            </a:r>
            <a:r>
              <a:rPr lang="en-US" sz="2800" dirty="0" err="1"/>
              <a:t>şirketin</a:t>
            </a:r>
            <a:r>
              <a:rPr lang="en-US" sz="2800" dirty="0"/>
              <a:t> </a:t>
            </a:r>
            <a:r>
              <a:rPr lang="en-US" sz="2800" dirty="0" err="1"/>
              <a:t>ürünlerini</a:t>
            </a:r>
            <a:r>
              <a:rPr lang="en-US" sz="2800" dirty="0"/>
              <a:t> </a:t>
            </a:r>
            <a:r>
              <a:rPr lang="en-US" sz="2800" dirty="0" err="1"/>
              <a:t>diğerininkinden</a:t>
            </a:r>
            <a:r>
              <a:rPr lang="en-US" sz="2800" dirty="0"/>
              <a:t> </a:t>
            </a:r>
            <a:r>
              <a:rPr lang="en-US" sz="2800" dirty="0" err="1"/>
              <a:t>ayırt</a:t>
            </a:r>
            <a:r>
              <a:rPr lang="en-US" sz="2800" dirty="0"/>
              <a:t> </a:t>
            </a:r>
            <a:r>
              <a:rPr lang="en-US" sz="2800" dirty="0" err="1"/>
              <a:t>etmesini</a:t>
            </a:r>
            <a:r>
              <a:rPr lang="en-US" sz="2800" dirty="0"/>
              <a:t> </a:t>
            </a:r>
            <a:r>
              <a:rPr lang="en-US" sz="2800" dirty="0" err="1"/>
              <a:t>sağlayan</a:t>
            </a:r>
            <a:r>
              <a:rPr lang="en-US" sz="2800" dirty="0"/>
              <a:t> </a:t>
            </a:r>
            <a:r>
              <a:rPr lang="en-US" sz="2800" dirty="0" err="1"/>
              <a:t>bir</a:t>
            </a:r>
            <a:r>
              <a:rPr lang="en-US" sz="2800" dirty="0"/>
              <a:t> logo, </a:t>
            </a:r>
            <a:r>
              <a:rPr lang="en-US" sz="2800" dirty="0" err="1"/>
              <a:t>ambalaj</a:t>
            </a:r>
            <a:r>
              <a:rPr lang="en-US" sz="2800" dirty="0"/>
              <a:t> </a:t>
            </a:r>
            <a:r>
              <a:rPr lang="en-US" sz="2800" dirty="0" err="1"/>
              <a:t>tasarımı</a:t>
            </a:r>
            <a:r>
              <a:rPr lang="en-US" sz="2800" dirty="0"/>
              <a:t>, </a:t>
            </a:r>
            <a:r>
              <a:rPr lang="en-US" sz="2800" dirty="0" err="1"/>
              <a:t>ifade</a:t>
            </a:r>
            <a:r>
              <a:rPr lang="en-US" sz="2800" dirty="0"/>
              <a:t>, </a:t>
            </a:r>
            <a:r>
              <a:rPr lang="en-US" sz="2800" dirty="0" err="1"/>
              <a:t>ses</a:t>
            </a:r>
            <a:r>
              <a:rPr lang="en-US" sz="2800" dirty="0"/>
              <a:t> </a:t>
            </a:r>
            <a:r>
              <a:rPr lang="en-US" sz="2800" dirty="0" err="1"/>
              <a:t>veya</a:t>
            </a:r>
            <a:r>
              <a:rPr lang="en-US" sz="2800" dirty="0"/>
              <a:t> </a:t>
            </a:r>
            <a:r>
              <a:rPr lang="en-US" sz="2800" dirty="0" err="1"/>
              <a:t>kelime</a:t>
            </a:r>
            <a:endParaRPr lang="en-US" sz="28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6</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724140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066800"/>
            <a:ext cx="8415338" cy="3465564"/>
          </a:xfrm>
        </p:spPr>
        <p:txBody>
          <a:bodyPr/>
          <a:lstStyle/>
          <a:p>
            <a:r>
              <a:rPr lang="en-US" sz="2700" dirty="0" err="1"/>
              <a:t>Fikri</a:t>
            </a:r>
            <a:r>
              <a:rPr lang="en-US" sz="2700" dirty="0"/>
              <a:t> </a:t>
            </a:r>
            <a:r>
              <a:rPr lang="en-US" sz="2700" dirty="0" err="1"/>
              <a:t>mülkiyetin</a:t>
            </a:r>
            <a:r>
              <a:rPr lang="en-US" sz="2700" dirty="0"/>
              <a:t> </a:t>
            </a:r>
            <a:r>
              <a:rPr lang="en-US" sz="2700" dirty="0" err="1"/>
              <a:t>korunmasıyla</a:t>
            </a:r>
            <a:r>
              <a:rPr lang="en-US" sz="2700" dirty="0"/>
              <a:t> </a:t>
            </a:r>
            <a:r>
              <a:rPr lang="en-US" sz="2700" dirty="0" err="1"/>
              <a:t>ilgili</a:t>
            </a:r>
            <a:r>
              <a:rPr lang="en-US" sz="2700" dirty="0"/>
              <a:t> </a:t>
            </a:r>
            <a:r>
              <a:rPr lang="en-US" sz="2700" dirty="0" err="1"/>
              <a:t>güncel</a:t>
            </a:r>
            <a:r>
              <a:rPr lang="en-US" sz="2700" dirty="0"/>
              <a:t> </a:t>
            </a:r>
            <a:r>
              <a:rPr lang="en-US" sz="2700" dirty="0" err="1"/>
              <a:t>konulardan</a:t>
            </a:r>
            <a:r>
              <a:rPr lang="en-US" sz="2700" dirty="0"/>
              <a:t> </a:t>
            </a:r>
            <a:r>
              <a:rPr lang="en-US" sz="2700" dirty="0" err="1"/>
              <a:t>bazıları</a:t>
            </a:r>
            <a:r>
              <a:rPr lang="en-US" sz="2700" dirty="0"/>
              <a:t> </a:t>
            </a:r>
            <a:r>
              <a:rPr lang="en-US" sz="2700" dirty="0" err="1"/>
              <a:t>nelerdir</a:t>
            </a:r>
            <a:r>
              <a:rPr lang="en-US" sz="2700" dirty="0"/>
              <a:t>?
</a:t>
            </a:r>
            <a:r>
              <a:rPr lang="en-US" sz="2700" dirty="0" err="1"/>
              <a:t>Siber</a:t>
            </a:r>
            <a:r>
              <a:rPr lang="en-US" sz="2700" dirty="0"/>
              <a:t> </a:t>
            </a:r>
            <a:r>
              <a:rPr lang="en-US" sz="2700" dirty="0" err="1"/>
              <a:t>işgalciler</a:t>
            </a:r>
            <a:r>
              <a:rPr lang="en-US" sz="2700" dirty="0"/>
              <a:t>, </a:t>
            </a:r>
            <a:r>
              <a:rPr lang="en-US" sz="2700" dirty="0" err="1"/>
              <a:t>alan</a:t>
            </a:r>
            <a:r>
              <a:rPr lang="en-US" sz="2700" dirty="0"/>
              <a:t> </a:t>
            </a:r>
            <a:r>
              <a:rPr lang="en-US" sz="2700" dirty="0" err="1"/>
              <a:t>adını</a:t>
            </a:r>
            <a:r>
              <a:rPr lang="en-US" sz="2700" dirty="0"/>
              <a:t> </a:t>
            </a:r>
            <a:r>
              <a:rPr lang="en-US" sz="2700" dirty="0" err="1"/>
              <a:t>ticari</a:t>
            </a:r>
            <a:r>
              <a:rPr lang="en-US" sz="2700" dirty="0"/>
              <a:t> </a:t>
            </a:r>
            <a:r>
              <a:rPr lang="en-US" sz="2700" dirty="0" err="1"/>
              <a:t>markanın</a:t>
            </a:r>
            <a:r>
              <a:rPr lang="en-US" sz="2700" dirty="0"/>
              <a:t> </a:t>
            </a:r>
            <a:r>
              <a:rPr lang="en-US" sz="2700" dirty="0" err="1"/>
              <a:t>sahibine</a:t>
            </a:r>
            <a:r>
              <a:rPr lang="en-US" sz="2700" dirty="0"/>
              <a:t> </a:t>
            </a:r>
            <a:r>
              <a:rPr lang="en-US" sz="2700" dirty="0" err="1"/>
              <a:t>satma</a:t>
            </a:r>
            <a:r>
              <a:rPr lang="en-US" sz="2700" dirty="0"/>
              <a:t> </a:t>
            </a:r>
            <a:r>
              <a:rPr lang="en-US" sz="2700" dirty="0" err="1"/>
              <a:t>umuduyla</a:t>
            </a:r>
            <a:r>
              <a:rPr lang="en-US" sz="2700" dirty="0"/>
              <a:t> </a:t>
            </a:r>
            <a:r>
              <a:rPr lang="en-US" sz="2700" dirty="0" err="1"/>
              <a:t>hiçbir</a:t>
            </a:r>
            <a:r>
              <a:rPr lang="en-US" sz="2700" dirty="0"/>
              <a:t> </a:t>
            </a:r>
            <a:r>
              <a:rPr lang="en-US" sz="2700" dirty="0" err="1"/>
              <a:t>bağlantısı</a:t>
            </a:r>
            <a:r>
              <a:rPr lang="en-US" sz="2700" dirty="0"/>
              <a:t> </a:t>
            </a:r>
            <a:r>
              <a:rPr lang="en-US" sz="2700" dirty="0" err="1"/>
              <a:t>olmayan</a:t>
            </a:r>
            <a:r>
              <a:rPr lang="en-US" sz="2700" dirty="0"/>
              <a:t> </a:t>
            </a:r>
            <a:r>
              <a:rPr lang="en-US" sz="2700" dirty="0" err="1"/>
              <a:t>ünlü</a:t>
            </a:r>
            <a:r>
              <a:rPr lang="en-US" sz="2700" dirty="0"/>
              <a:t> </a:t>
            </a:r>
            <a:r>
              <a:rPr lang="en-US" sz="2700" dirty="0" err="1"/>
              <a:t>ticari</a:t>
            </a:r>
            <a:r>
              <a:rPr lang="en-US" sz="2700" dirty="0"/>
              <a:t> </a:t>
            </a:r>
            <a:r>
              <a:rPr lang="en-US" sz="2700" dirty="0" err="1"/>
              <a:t>markalar</a:t>
            </a:r>
            <a:r>
              <a:rPr lang="en-US" sz="2700" dirty="0"/>
              <a:t> </a:t>
            </a:r>
            <a:r>
              <a:rPr lang="en-US" sz="2700" dirty="0" err="1"/>
              <a:t>veya</a:t>
            </a:r>
            <a:r>
              <a:rPr lang="en-US" sz="2700" dirty="0"/>
              <a:t> </a:t>
            </a:r>
            <a:r>
              <a:rPr lang="en-US" sz="2700" dirty="0" err="1"/>
              <a:t>şirket</a:t>
            </a:r>
            <a:r>
              <a:rPr lang="en-US" sz="2700" dirty="0"/>
              <a:t> </a:t>
            </a:r>
            <a:r>
              <a:rPr lang="en-US" sz="2700" dirty="0" err="1"/>
              <a:t>adları</a:t>
            </a:r>
            <a:r>
              <a:rPr lang="en-US" sz="2700" dirty="0"/>
              <a:t> için </a:t>
            </a:r>
            <a:r>
              <a:rPr lang="en-US" sz="2700" dirty="0" err="1"/>
              <a:t>alan</a:t>
            </a:r>
            <a:r>
              <a:rPr lang="en-US" sz="2700" dirty="0"/>
              <a:t> </a:t>
            </a:r>
            <a:r>
              <a:rPr lang="en-US" sz="2700" dirty="0" err="1"/>
              <a:t>adlarını</a:t>
            </a:r>
            <a:r>
              <a:rPr lang="en-US" sz="2700" dirty="0"/>
              <a:t> </a:t>
            </a:r>
            <a:r>
              <a:rPr lang="en-US" sz="2700" dirty="0" err="1"/>
              <a:t>kaydettirir</a:t>
            </a:r>
            <a:r>
              <a:rPr lang="en-US" sz="2700" dirty="0"/>
              <a:t>.
</a:t>
            </a:r>
            <a:r>
              <a:rPr lang="en-US" sz="2700" dirty="0" err="1"/>
              <a:t>Siber</a:t>
            </a:r>
            <a:r>
              <a:rPr lang="en-US" sz="2700" dirty="0"/>
              <a:t> </a:t>
            </a:r>
            <a:r>
              <a:rPr lang="en-US" sz="2700" dirty="0" err="1"/>
              <a:t>işgali</a:t>
            </a:r>
            <a:r>
              <a:rPr lang="en-US" sz="2700" dirty="0"/>
              <a:t> </a:t>
            </a:r>
            <a:r>
              <a:rPr lang="en-US" sz="2700" dirty="0" err="1"/>
              <a:t>atlatmak</a:t>
            </a:r>
            <a:r>
              <a:rPr lang="en-US" sz="2700" dirty="0"/>
              <a:t> için </a:t>
            </a:r>
            <a:r>
              <a:rPr lang="en-US" sz="2700" dirty="0" err="1"/>
              <a:t>kullanılan</a:t>
            </a:r>
            <a:r>
              <a:rPr lang="en-US" sz="2700" dirty="0"/>
              <a:t> ana </a:t>
            </a:r>
            <a:r>
              <a:rPr lang="en-US" sz="2700" dirty="0" err="1"/>
              <a:t>taktik</a:t>
            </a:r>
            <a:r>
              <a:rPr lang="en-US" sz="2700" dirty="0"/>
              <a:t>, </a:t>
            </a:r>
            <a:r>
              <a:rPr lang="en-US" sz="2700" dirty="0" err="1"/>
              <a:t>olası</a:t>
            </a:r>
            <a:r>
              <a:rPr lang="en-US" sz="2700" dirty="0"/>
              <a:t> </a:t>
            </a:r>
            <a:r>
              <a:rPr lang="en-US" sz="2700" dirty="0" err="1"/>
              <a:t>alan</a:t>
            </a:r>
            <a:r>
              <a:rPr lang="en-US" sz="2700" dirty="0"/>
              <a:t> </a:t>
            </a:r>
            <a:r>
              <a:rPr lang="en-US" sz="2700" dirty="0" err="1"/>
              <a:t>adlarını</a:t>
            </a:r>
            <a:r>
              <a:rPr lang="en-US" sz="2700" dirty="0"/>
              <a:t> (</a:t>
            </a:r>
            <a:r>
              <a:rPr lang="en-US" sz="2700" dirty="0" err="1"/>
              <a:t>ve</a:t>
            </a:r>
            <a:r>
              <a:rPr lang="en-US" sz="2700" dirty="0"/>
              <a:t> </a:t>
            </a:r>
            <a:r>
              <a:rPr lang="en-US" sz="2700" dirty="0" err="1"/>
              <a:t>varyasyonlarını</a:t>
            </a:r>
            <a:r>
              <a:rPr lang="en-US" sz="2700" dirty="0"/>
              <a:t>) </a:t>
            </a:r>
            <a:r>
              <a:rPr lang="en-US" sz="2700" dirty="0" err="1"/>
              <a:t>mümkün</a:t>
            </a:r>
            <a:r>
              <a:rPr lang="en-US" sz="2700" dirty="0"/>
              <a:t> </a:t>
            </a:r>
            <a:r>
              <a:rPr lang="en-US" sz="2700" dirty="0" err="1"/>
              <a:t>olan</a:t>
            </a:r>
            <a:r>
              <a:rPr lang="en-US" sz="2700" dirty="0"/>
              <a:t> </a:t>
            </a:r>
            <a:r>
              <a:rPr lang="en-US" sz="2700" dirty="0" err="1"/>
              <a:t>en</a:t>
            </a:r>
            <a:r>
              <a:rPr lang="en-US" sz="2700" dirty="0"/>
              <a:t> </a:t>
            </a:r>
            <a:r>
              <a:rPr lang="en-US" sz="2700" dirty="0" err="1"/>
              <a:t>kısa</a:t>
            </a:r>
            <a:r>
              <a:rPr lang="en-US" sz="2700" dirty="0"/>
              <a:t> </a:t>
            </a:r>
            <a:r>
              <a:rPr lang="en-US" sz="2700" dirty="0" err="1"/>
              <a:t>sürede</a:t>
            </a:r>
            <a:r>
              <a:rPr lang="en-US" sz="2700" dirty="0"/>
              <a:t> </a:t>
            </a:r>
            <a:r>
              <a:rPr lang="en-US" sz="2700" dirty="0" err="1"/>
              <a:t>kaydederek</a:t>
            </a:r>
            <a:r>
              <a:rPr lang="en-US" sz="2700" dirty="0"/>
              <a:t> </a:t>
            </a:r>
            <a:r>
              <a:rPr lang="en-US" sz="2700" dirty="0" err="1"/>
              <a:t>bir</a:t>
            </a:r>
            <a:r>
              <a:rPr lang="en-US" sz="2700" dirty="0"/>
              <a:t> </a:t>
            </a:r>
            <a:r>
              <a:rPr lang="en-US" sz="2700" dirty="0" err="1"/>
              <a:t>ticari</a:t>
            </a:r>
            <a:r>
              <a:rPr lang="en-US" sz="2700" dirty="0"/>
              <a:t> </a:t>
            </a:r>
            <a:r>
              <a:rPr lang="en-US" sz="2700" dirty="0" err="1"/>
              <a:t>markayı</a:t>
            </a:r>
            <a:r>
              <a:rPr lang="en-US" sz="2700" dirty="0"/>
              <a:t> </a:t>
            </a:r>
            <a:r>
              <a:rPr lang="en-US" sz="2700" dirty="0" err="1"/>
              <a:t>korumaktır</a:t>
            </a:r>
            <a:r>
              <a:rPr lang="en-US" sz="2700" dirty="0"/>
              <a:t>.</a:t>
            </a:r>
            <a:endParaRPr lang="en-US" sz="28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7</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74608909"/>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5707</TotalTime>
  <Words>4028</Words>
  <Application>Microsoft Office PowerPoint</Application>
  <PresentationFormat>Ekran Gösterisi (4:3)</PresentationFormat>
  <Paragraphs>113</Paragraphs>
  <Slides>32</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32</vt:i4>
      </vt:variant>
    </vt:vector>
  </HeadingPairs>
  <TitlesOfParts>
    <vt:vector size="36" baseType="lpstr">
      <vt:lpstr>Arial</vt:lpstr>
      <vt:lpstr>Calibri</vt:lpstr>
      <vt:lpstr>Calibri Light</vt:lpstr>
      <vt:lpstr>Office Theme</vt:lpstr>
      <vt:lpstr>Bilgi Teknolojilerinde Etik</vt:lpstr>
      <vt:lpstr>Öğrenme hedefleri</vt:lpstr>
      <vt:lpstr>Fikri Mülkiyet Nedir?</vt:lpstr>
      <vt:lpstr>Telif Hakkı, Bölüm 1</vt:lpstr>
      <vt:lpstr>Telif Hakkı, Bölüm 2</vt:lpstr>
      <vt:lpstr>Telif Hakkı, Bölüm 3</vt:lpstr>
      <vt:lpstr>Telif Hakkı, Bölüm 4</vt:lpstr>
      <vt:lpstr>Telif Hakkı, Bölüm 5</vt:lpstr>
      <vt:lpstr>Telif Hakkı, Bölüm 6</vt:lpstr>
      <vt:lpstr>Patentler, Bölüm 1</vt:lpstr>
      <vt:lpstr>Patentler, Bölüm 2</vt:lpstr>
      <vt:lpstr>Patentler, Bölüm 3</vt:lpstr>
      <vt:lpstr>Ticari Sırlar, Bölüm 1</vt:lpstr>
      <vt:lpstr>Ticari Sırlar, Bölüm 2</vt:lpstr>
      <vt:lpstr>Ticari Sırlar, Bölüm 3</vt:lpstr>
      <vt:lpstr>Ticari Sırlar, Bölüm 4</vt:lpstr>
      <vt:lpstr>Intihal</vt:lpstr>
      <vt:lpstr>Tersine Mühendislik</vt:lpstr>
      <vt:lpstr>Açık Kaynak Kod</vt:lpstr>
      <vt:lpstr>Rekabet İstihbaratı</vt:lpstr>
      <vt:lpstr>Etik Rekabetçi İstihbarat Operasyonu Yürütmek için Bir Yöneticinin Kontrol Listesi, Bölüm 1</vt:lpstr>
      <vt:lpstr>Etik Rekabetçi İstihbarat Operasyonu Yürütmek için Bir Yöneticinin Kontrol Listesi, Bölüm 2</vt:lpstr>
      <vt:lpstr>Ticari Marka İhlali</vt:lpstr>
      <vt:lpstr>Yalın Adil Kullanım</vt:lpstr>
      <vt:lpstr>Siber işgal</vt:lpstr>
      <vt:lpstr>Özet, Bölüm 1</vt:lpstr>
      <vt:lpstr>Özet, Bölüm 2</vt:lpstr>
      <vt:lpstr>Özet, Bölüm 3</vt:lpstr>
      <vt:lpstr>Özet, Bölüm 4</vt:lpstr>
      <vt:lpstr>Özet, Bölüm 5</vt:lpstr>
      <vt:lpstr>Özet, Bölüm 6</vt:lpstr>
      <vt:lpstr>Özet, Bölüm 7</vt:lpstr>
    </vt:vector>
  </TitlesOfParts>
  <Company>Course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karahocaa</cp:lastModifiedBy>
  <cp:revision>323</cp:revision>
  <cp:lastPrinted>2010-11-12T17:54:40Z</cp:lastPrinted>
  <dcterms:created xsi:type="dcterms:W3CDTF">2007-02-15T20:50:52Z</dcterms:created>
  <dcterms:modified xsi:type="dcterms:W3CDTF">2023-11-01T16:30:04Z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1933890983</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Alyssa.Pratt@cengage.com</vt:lpwstr>
  </property>
  <property fmtid="{D5CDD505-2E9C-101B-9397-08002B2CF9AE}" pid="6" name="_AuthorEmailDisplayName">
    <vt:lpwstr>Pratt, Alyssa</vt:lpwstr>
  </property>
  <property fmtid="{D5CDD505-2E9C-101B-9397-08002B2CF9AE}" pid="7" name="_PreviousAdHocReviewCycleID">
    <vt:i4>-685122576</vt:i4>
  </property>
</Properties>
</file>